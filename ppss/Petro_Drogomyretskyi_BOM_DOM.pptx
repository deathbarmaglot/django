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60" r:id="rId2"/>
    <p:sldId id="329" r:id="rId3"/>
    <p:sldId id="300" r:id="rId4"/>
    <p:sldId id="328" r:id="rId5"/>
    <p:sldId id="330" r:id="rId6"/>
    <p:sldId id="337" r:id="rId7"/>
    <p:sldId id="338" r:id="rId8"/>
    <p:sldId id="304" r:id="rId9"/>
    <p:sldId id="306" r:id="rId10"/>
    <p:sldId id="331" r:id="rId11"/>
    <p:sldId id="305" r:id="rId12"/>
    <p:sldId id="332" r:id="rId13"/>
    <p:sldId id="340" r:id="rId14"/>
    <p:sldId id="341" r:id="rId15"/>
    <p:sldId id="342" r:id="rId16"/>
    <p:sldId id="335" r:id="rId17"/>
    <p:sldId id="336" r:id="rId18"/>
  </p:sldIdLst>
  <p:sldSz cx="9144000" cy="6858000" type="screen4x3"/>
  <p:notesSz cx="6669088"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Помірний стиль 2 – акцент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Помірний стиль 2 – акцент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Помірний стиль 2 – акцент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5434" autoAdjust="0"/>
    <p:restoredTop sz="98298" autoAdjust="0"/>
  </p:normalViewPr>
  <p:slideViewPr>
    <p:cSldViewPr>
      <p:cViewPr>
        <p:scale>
          <a:sx n="118" d="100"/>
          <a:sy n="118" d="100"/>
        </p:scale>
        <p:origin x="-1434"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633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777607" y="0"/>
            <a:ext cx="2889938" cy="496332"/>
          </a:xfrm>
          <a:prstGeom prst="rect">
            <a:avLst/>
          </a:prstGeom>
        </p:spPr>
        <p:txBody>
          <a:bodyPr vert="horz" lIns="91440" tIns="45720" rIns="91440" bIns="45720" rtlCol="0"/>
          <a:lstStyle>
            <a:lvl1pPr algn="r">
              <a:defRPr sz="1200"/>
            </a:lvl1pPr>
          </a:lstStyle>
          <a:p>
            <a:fld id="{BE56D99E-C6D5-4E37-998F-434449DFD517}" type="datetimeFigureOut">
              <a:rPr lang="en-US" smtClean="0"/>
              <a:pPr/>
              <a:t>3/16/2012</a:t>
            </a:fld>
            <a:endParaRPr lang="en-US"/>
          </a:p>
        </p:txBody>
      </p:sp>
      <p:sp>
        <p:nvSpPr>
          <p:cNvPr id="4" name="Slide Image Placeholder 3"/>
          <p:cNvSpPr>
            <a:spLocks noGrp="1" noRot="1" noChangeAspect="1"/>
          </p:cNvSpPr>
          <p:nvPr>
            <p:ph type="sldImg" idx="2"/>
          </p:nvPr>
        </p:nvSpPr>
        <p:spPr>
          <a:xfrm>
            <a:off x="854075" y="744538"/>
            <a:ext cx="4960938" cy="37226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66909" y="4715153"/>
            <a:ext cx="5335270" cy="446698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28583"/>
            <a:ext cx="2889938" cy="49633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777607" y="9428583"/>
            <a:ext cx="2889938" cy="496332"/>
          </a:xfrm>
          <a:prstGeom prst="rect">
            <a:avLst/>
          </a:prstGeom>
        </p:spPr>
        <p:txBody>
          <a:bodyPr vert="horz" lIns="91440" tIns="45720" rIns="91440" bIns="45720" rtlCol="0" anchor="b"/>
          <a:lstStyle>
            <a:lvl1pPr algn="r">
              <a:defRPr sz="1200"/>
            </a:lvl1pPr>
          </a:lstStyle>
          <a:p>
            <a:fld id="{A5BA4919-15E4-4E35-BCA7-8B3F16CCD66F}" type="slidenum">
              <a:rPr lang="en-US" smtClean="0"/>
              <a:pPr/>
              <a:t>‹#›</a:t>
            </a:fld>
            <a:endParaRPr lang="en-US"/>
          </a:p>
        </p:txBody>
      </p:sp>
    </p:spTree>
    <p:extLst>
      <p:ext uri="{BB962C8B-B14F-4D97-AF65-F5344CB8AC3E}">
        <p14:creationId xmlns:p14="http://schemas.microsoft.com/office/powerpoint/2010/main" val="1796175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p:spPr>
      </p:sp>
      <p:sp>
        <p:nvSpPr>
          <p:cNvPr id="358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smtClean="0"/>
          </a:p>
        </p:txBody>
      </p:sp>
      <p:sp>
        <p:nvSpPr>
          <p:cNvPr id="6349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F15B1D7-BD12-436D-91B8-4E9339709C7A}" type="slidenum">
              <a:rPr lang="en-US" smtClean="0"/>
              <a:pPr fontAlgn="base">
                <a:spcBef>
                  <a:spcPct val="0"/>
                </a:spcBef>
                <a:spcAft>
                  <a:spcPct val="0"/>
                </a:spcAft>
                <a:defRPr/>
              </a:pPr>
              <a:t>1</a:t>
            </a:fld>
            <a:endParaRPr 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2CD948B4-9A84-4BDD-8558-24D1CF0EFAAD}" type="slidenum">
              <a:rPr lang="uk-UA" smtClean="0"/>
              <a:pPr/>
              <a:t>17</a:t>
            </a:fld>
            <a:endParaRPr lang="uk-UA" smtClean="0"/>
          </a:p>
        </p:txBody>
      </p:sp>
      <p:sp>
        <p:nvSpPr>
          <p:cNvPr id="49155" name="Rectangle 2"/>
          <p:cNvSpPr>
            <a:spLocks noGrp="1" noRot="1" noChangeAspect="1" noChangeArrowheads="1" noTextEdit="1"/>
          </p:cNvSpPr>
          <p:nvPr>
            <p:ph type="sldImg"/>
          </p:nvPr>
        </p:nvSpPr>
        <p:spPr>
          <a:xfrm>
            <a:off x="855663" y="744538"/>
            <a:ext cx="4960937" cy="3722687"/>
          </a:xfrm>
          <a:ln/>
        </p:spPr>
      </p:sp>
      <p:sp>
        <p:nvSpPr>
          <p:cNvPr id="4915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extBox 6"/>
          <p:cNvSpPr txBox="1"/>
          <p:nvPr userDrawn="1"/>
        </p:nvSpPr>
        <p:spPr>
          <a:xfrm>
            <a:off x="0" y="1"/>
            <a:ext cx="9144000" cy="3693319"/>
          </a:xfrm>
          <a:prstGeom prst="rect">
            <a:avLst/>
          </a:prstGeom>
          <a:solidFill>
            <a:schemeClr val="bg1">
              <a:lumMod val="65000"/>
            </a:schemeClr>
          </a:solidFill>
        </p:spPr>
        <p:txBody>
          <a:bodyPr wrap="square" rtlCol="0">
            <a:sp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
        <p:nvSpPr>
          <p:cNvPr id="3" name="Subtitle 2"/>
          <p:cNvSpPr>
            <a:spLocks noGrp="1"/>
          </p:cNvSpPr>
          <p:nvPr>
            <p:ph type="subTitle" idx="1"/>
          </p:nvPr>
        </p:nvSpPr>
        <p:spPr>
          <a:xfrm>
            <a:off x="2209800" y="3962400"/>
            <a:ext cx="6400800" cy="1752600"/>
          </a:xfrm>
        </p:spPr>
        <p:txBody>
          <a:bodyPr>
            <a:normAutofit/>
          </a:bodyPr>
          <a:lstStyle>
            <a:lvl1pPr marL="0" indent="0" algn="l">
              <a:buNone/>
              <a:defRPr sz="3200">
                <a:solidFill>
                  <a:schemeClr val="tx1">
                    <a:lumMod val="75000"/>
                    <a:lumOff val="25000"/>
                  </a:schemeClr>
                </a:solidFill>
                <a:latin typeface="Verdan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lvl1pPr>
              <a:defRPr>
                <a:latin typeface="Verdana" pitchFamily="34" charset="0"/>
              </a:defRPr>
            </a:lvl1pPr>
          </a:lstStyle>
          <a:p>
            <a:fld id="{A126ED19-93A4-45AB-9AB4-151D3539CCFC}" type="datetimeFigureOut">
              <a:rPr lang="en-US" smtClean="0"/>
              <a:pPr/>
              <a:t>3/16/2012</a:t>
            </a:fld>
            <a:endParaRPr lang="en-US" dirty="0"/>
          </a:p>
        </p:txBody>
      </p:sp>
      <p:sp>
        <p:nvSpPr>
          <p:cNvPr id="5" name="Footer Placeholder 4"/>
          <p:cNvSpPr>
            <a:spLocks noGrp="1"/>
          </p:cNvSpPr>
          <p:nvPr>
            <p:ph type="ftr" sz="quarter" idx="11"/>
          </p:nvPr>
        </p:nvSpPr>
        <p:spPr/>
        <p:txBody>
          <a:bodyPr/>
          <a:lstStyle>
            <a:lvl1pPr>
              <a:defRPr>
                <a:latin typeface="Verdana"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Verdana" pitchFamily="34" charset="0"/>
              </a:defRPr>
            </a:lvl1pPr>
          </a:lstStyle>
          <a:p>
            <a:fld id="{3805B254-F9CB-41C5-B120-F4B38BF2206D}" type="slidenum">
              <a:rPr lang="en-US" smtClean="0"/>
              <a:pPr/>
              <a:t>‹#›</a:t>
            </a:fld>
            <a:endParaRPr lang="en-US" dirty="0"/>
          </a:p>
        </p:txBody>
      </p:sp>
      <p:pic>
        <p:nvPicPr>
          <p:cNvPr id="17" name="Picture 16" descr="softserve-logo-white-for-blue.gif"/>
          <p:cNvPicPr>
            <a:picLocks noChangeAspect="1"/>
          </p:cNvPicPr>
          <p:nvPr userDrawn="1"/>
        </p:nvPicPr>
        <p:blipFill>
          <a:blip r:embed="rId2" cstate="print"/>
          <a:stretch>
            <a:fillRect/>
          </a:stretch>
        </p:blipFill>
        <p:spPr>
          <a:xfrm>
            <a:off x="685800" y="838201"/>
            <a:ext cx="3260034" cy="914400"/>
          </a:xfrm>
          <a:prstGeom prst="rect">
            <a:avLst/>
          </a:prstGeom>
        </p:spPr>
      </p:pic>
      <p:pic>
        <p:nvPicPr>
          <p:cNvPr id="9" name="Picture 8" descr="GettyImages_98064892.jpg"/>
          <p:cNvPicPr>
            <a:picLocks noChangeAspect="1"/>
          </p:cNvPicPr>
          <p:nvPr userDrawn="1"/>
        </p:nvPicPr>
        <p:blipFill>
          <a:blip r:embed="rId3" cstate="print"/>
          <a:stretch>
            <a:fillRect/>
          </a:stretch>
        </p:blipFill>
        <p:spPr>
          <a:xfrm>
            <a:off x="0" y="3685245"/>
            <a:ext cx="2058299" cy="1447800"/>
          </a:xfrm>
          <a:prstGeom prst="rect">
            <a:avLst/>
          </a:prstGeom>
        </p:spPr>
      </p:pic>
      <p:grpSp>
        <p:nvGrpSpPr>
          <p:cNvPr id="10" name="Group 9"/>
          <p:cNvGrpSpPr/>
          <p:nvPr userDrawn="1"/>
        </p:nvGrpSpPr>
        <p:grpSpPr>
          <a:xfrm>
            <a:off x="0" y="152400"/>
            <a:ext cx="9144000" cy="6553200"/>
            <a:chOff x="0" y="152400"/>
            <a:chExt cx="9144000" cy="6553200"/>
          </a:xfrm>
        </p:grpSpPr>
        <p:sp>
          <p:nvSpPr>
            <p:cNvPr id="11" name="Rectangle 10"/>
            <p:cNvSpPr/>
            <p:nvPr/>
          </p:nvSpPr>
          <p:spPr>
            <a:xfrm>
              <a:off x="0" y="228600"/>
              <a:ext cx="152400" cy="632460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6200" y="152400"/>
              <a:ext cx="533400" cy="65532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5400000">
              <a:off x="4381500" y="-876301"/>
              <a:ext cx="380999" cy="91440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TextBox 6"/>
          <p:cNvSpPr txBox="1"/>
          <p:nvPr userDrawn="1"/>
        </p:nvSpPr>
        <p:spPr>
          <a:xfrm>
            <a:off x="0" y="1"/>
            <a:ext cx="9144000" cy="3693319"/>
          </a:xfrm>
          <a:prstGeom prst="rect">
            <a:avLst/>
          </a:prstGeom>
          <a:solidFill>
            <a:schemeClr val="bg1">
              <a:lumMod val="65000"/>
            </a:schemeClr>
          </a:solidFill>
        </p:spPr>
        <p:txBody>
          <a:bodyPr wrap="square" rtlCol="0">
            <a:sp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
        <p:nvSpPr>
          <p:cNvPr id="3" name="Subtitle 2"/>
          <p:cNvSpPr>
            <a:spLocks noGrp="1"/>
          </p:cNvSpPr>
          <p:nvPr>
            <p:ph type="subTitle" idx="1"/>
          </p:nvPr>
        </p:nvSpPr>
        <p:spPr>
          <a:xfrm>
            <a:off x="2209800" y="3962400"/>
            <a:ext cx="6400800" cy="1752600"/>
          </a:xfrm>
        </p:spPr>
        <p:txBody>
          <a:bodyPr>
            <a:normAutofit/>
          </a:bodyPr>
          <a:lstStyle>
            <a:lvl1pPr marL="0" indent="0" algn="l">
              <a:buNone/>
              <a:defRPr sz="3200">
                <a:solidFill>
                  <a:schemeClr val="tx1">
                    <a:lumMod val="75000"/>
                    <a:lumOff val="25000"/>
                  </a:schemeClr>
                </a:solidFill>
                <a:latin typeface="Verdan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lvl1pPr>
              <a:defRPr>
                <a:latin typeface="Verdana" pitchFamily="34" charset="0"/>
              </a:defRPr>
            </a:lvl1pPr>
          </a:lstStyle>
          <a:p>
            <a:fld id="{A126ED19-93A4-45AB-9AB4-151D3539CCFC}" type="datetimeFigureOut">
              <a:rPr lang="en-US" smtClean="0"/>
              <a:pPr/>
              <a:t>3/16/2012</a:t>
            </a:fld>
            <a:endParaRPr lang="en-US" dirty="0"/>
          </a:p>
        </p:txBody>
      </p:sp>
      <p:sp>
        <p:nvSpPr>
          <p:cNvPr id="5" name="Footer Placeholder 4"/>
          <p:cNvSpPr>
            <a:spLocks noGrp="1"/>
          </p:cNvSpPr>
          <p:nvPr>
            <p:ph type="ftr" sz="quarter" idx="11"/>
          </p:nvPr>
        </p:nvSpPr>
        <p:spPr/>
        <p:txBody>
          <a:bodyPr/>
          <a:lstStyle>
            <a:lvl1pPr>
              <a:defRPr>
                <a:latin typeface="Verdana"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Verdana" pitchFamily="34" charset="0"/>
              </a:defRPr>
            </a:lvl1pPr>
          </a:lstStyle>
          <a:p>
            <a:fld id="{3805B254-F9CB-41C5-B120-F4B38BF2206D}" type="slidenum">
              <a:rPr lang="en-US" smtClean="0"/>
              <a:pPr/>
              <a:t>‹#›</a:t>
            </a:fld>
            <a:endParaRPr lang="en-US" dirty="0"/>
          </a:p>
        </p:txBody>
      </p:sp>
      <p:pic>
        <p:nvPicPr>
          <p:cNvPr id="17" name="Picture 16" descr="softserve-logo-white-for-blue.gif"/>
          <p:cNvPicPr>
            <a:picLocks noChangeAspect="1"/>
          </p:cNvPicPr>
          <p:nvPr userDrawn="1"/>
        </p:nvPicPr>
        <p:blipFill>
          <a:blip r:embed="rId2" cstate="print"/>
          <a:stretch>
            <a:fillRect/>
          </a:stretch>
        </p:blipFill>
        <p:spPr>
          <a:xfrm>
            <a:off x="685800" y="838201"/>
            <a:ext cx="3260034" cy="914400"/>
          </a:xfrm>
          <a:prstGeom prst="rect">
            <a:avLst/>
          </a:prstGeom>
        </p:spPr>
      </p:pic>
      <p:pic>
        <p:nvPicPr>
          <p:cNvPr id="20" name="Picture 19" descr="GettyImages_95469335.jpg"/>
          <p:cNvPicPr>
            <a:picLocks noChangeAspect="1"/>
          </p:cNvPicPr>
          <p:nvPr userDrawn="1"/>
        </p:nvPicPr>
        <p:blipFill>
          <a:blip r:embed="rId3" cstate="print"/>
          <a:stretch>
            <a:fillRect/>
          </a:stretch>
        </p:blipFill>
        <p:spPr>
          <a:xfrm>
            <a:off x="0" y="3695700"/>
            <a:ext cx="2036064" cy="1597152"/>
          </a:xfrm>
          <a:prstGeom prst="rect">
            <a:avLst/>
          </a:prstGeom>
        </p:spPr>
      </p:pic>
      <p:grpSp>
        <p:nvGrpSpPr>
          <p:cNvPr id="8" name="Group 9"/>
          <p:cNvGrpSpPr/>
          <p:nvPr userDrawn="1"/>
        </p:nvGrpSpPr>
        <p:grpSpPr>
          <a:xfrm>
            <a:off x="0" y="152400"/>
            <a:ext cx="9144000" cy="6553200"/>
            <a:chOff x="0" y="152400"/>
            <a:chExt cx="9144000" cy="6553200"/>
          </a:xfrm>
        </p:grpSpPr>
        <p:sp>
          <p:nvSpPr>
            <p:cNvPr id="11" name="Rectangle 10"/>
            <p:cNvSpPr/>
            <p:nvPr/>
          </p:nvSpPr>
          <p:spPr>
            <a:xfrm>
              <a:off x="0" y="228600"/>
              <a:ext cx="152400" cy="632460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6200" y="152400"/>
              <a:ext cx="533400" cy="65532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5400000">
              <a:off x="4381500" y="-876301"/>
              <a:ext cx="380999" cy="91440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TextBox 6"/>
          <p:cNvSpPr txBox="1"/>
          <p:nvPr userDrawn="1"/>
        </p:nvSpPr>
        <p:spPr>
          <a:xfrm>
            <a:off x="0" y="1"/>
            <a:ext cx="9144000" cy="3693319"/>
          </a:xfrm>
          <a:prstGeom prst="rect">
            <a:avLst/>
          </a:prstGeom>
          <a:solidFill>
            <a:schemeClr val="bg1">
              <a:lumMod val="65000"/>
            </a:schemeClr>
          </a:solidFill>
        </p:spPr>
        <p:txBody>
          <a:bodyPr wrap="square" rtlCol="0">
            <a:sp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
        <p:nvSpPr>
          <p:cNvPr id="3" name="Subtitle 2"/>
          <p:cNvSpPr>
            <a:spLocks noGrp="1"/>
          </p:cNvSpPr>
          <p:nvPr>
            <p:ph type="subTitle" idx="1"/>
          </p:nvPr>
        </p:nvSpPr>
        <p:spPr>
          <a:xfrm>
            <a:off x="2209800" y="3962400"/>
            <a:ext cx="6400800" cy="1752600"/>
          </a:xfrm>
        </p:spPr>
        <p:txBody>
          <a:bodyPr>
            <a:normAutofit/>
          </a:bodyPr>
          <a:lstStyle>
            <a:lvl1pPr marL="0" indent="0" algn="l">
              <a:buNone/>
              <a:defRPr sz="3200">
                <a:solidFill>
                  <a:schemeClr val="tx1">
                    <a:lumMod val="75000"/>
                    <a:lumOff val="25000"/>
                  </a:schemeClr>
                </a:solidFill>
                <a:latin typeface="Verdan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lvl1pPr>
              <a:defRPr>
                <a:latin typeface="Verdana" pitchFamily="34" charset="0"/>
              </a:defRPr>
            </a:lvl1pPr>
          </a:lstStyle>
          <a:p>
            <a:fld id="{A126ED19-93A4-45AB-9AB4-151D3539CCFC}" type="datetimeFigureOut">
              <a:rPr lang="en-US" smtClean="0"/>
              <a:pPr/>
              <a:t>3/16/2012</a:t>
            </a:fld>
            <a:endParaRPr lang="en-US" dirty="0"/>
          </a:p>
        </p:txBody>
      </p:sp>
      <p:sp>
        <p:nvSpPr>
          <p:cNvPr id="5" name="Footer Placeholder 4"/>
          <p:cNvSpPr>
            <a:spLocks noGrp="1"/>
          </p:cNvSpPr>
          <p:nvPr>
            <p:ph type="ftr" sz="quarter" idx="11"/>
          </p:nvPr>
        </p:nvSpPr>
        <p:spPr/>
        <p:txBody>
          <a:bodyPr/>
          <a:lstStyle>
            <a:lvl1pPr>
              <a:defRPr>
                <a:latin typeface="Verdana"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Verdana" pitchFamily="34" charset="0"/>
              </a:defRPr>
            </a:lvl1pPr>
          </a:lstStyle>
          <a:p>
            <a:fld id="{3805B254-F9CB-41C5-B120-F4B38BF2206D}" type="slidenum">
              <a:rPr lang="en-US" smtClean="0"/>
              <a:pPr/>
              <a:t>‹#›</a:t>
            </a:fld>
            <a:endParaRPr lang="en-US" dirty="0"/>
          </a:p>
        </p:txBody>
      </p:sp>
      <p:pic>
        <p:nvPicPr>
          <p:cNvPr id="17" name="Picture 16" descr="softserve-logo-white-for-blue.gif"/>
          <p:cNvPicPr>
            <a:picLocks noChangeAspect="1"/>
          </p:cNvPicPr>
          <p:nvPr userDrawn="1"/>
        </p:nvPicPr>
        <p:blipFill>
          <a:blip r:embed="rId2" cstate="print"/>
          <a:stretch>
            <a:fillRect/>
          </a:stretch>
        </p:blipFill>
        <p:spPr>
          <a:xfrm>
            <a:off x="685800" y="838201"/>
            <a:ext cx="3260034" cy="914400"/>
          </a:xfrm>
          <a:prstGeom prst="rect">
            <a:avLst/>
          </a:prstGeom>
        </p:spPr>
      </p:pic>
      <p:pic>
        <p:nvPicPr>
          <p:cNvPr id="15" name="Picture 14" descr="GettyImages_97541937.jpg"/>
          <p:cNvPicPr>
            <a:picLocks noChangeAspect="1"/>
          </p:cNvPicPr>
          <p:nvPr userDrawn="1"/>
        </p:nvPicPr>
        <p:blipFill>
          <a:blip r:embed="rId3" cstate="print"/>
          <a:stretch>
            <a:fillRect/>
          </a:stretch>
        </p:blipFill>
        <p:spPr>
          <a:xfrm>
            <a:off x="1" y="3694463"/>
            <a:ext cx="1981199" cy="1320223"/>
          </a:xfrm>
          <a:prstGeom prst="rect">
            <a:avLst/>
          </a:prstGeom>
        </p:spPr>
      </p:pic>
      <p:grpSp>
        <p:nvGrpSpPr>
          <p:cNvPr id="8" name="Group 9"/>
          <p:cNvGrpSpPr/>
          <p:nvPr userDrawn="1"/>
        </p:nvGrpSpPr>
        <p:grpSpPr>
          <a:xfrm>
            <a:off x="0" y="152400"/>
            <a:ext cx="9144000" cy="6553200"/>
            <a:chOff x="0" y="152400"/>
            <a:chExt cx="9144000" cy="6553200"/>
          </a:xfrm>
        </p:grpSpPr>
        <p:sp>
          <p:nvSpPr>
            <p:cNvPr id="11" name="Rectangle 10"/>
            <p:cNvSpPr/>
            <p:nvPr/>
          </p:nvSpPr>
          <p:spPr>
            <a:xfrm>
              <a:off x="0" y="228600"/>
              <a:ext cx="152400" cy="632460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6200" y="152400"/>
              <a:ext cx="533400" cy="65532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5400000">
              <a:off x="4381500" y="-876301"/>
              <a:ext cx="380999" cy="91440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TextBox 6"/>
          <p:cNvSpPr txBox="1"/>
          <p:nvPr userDrawn="1"/>
        </p:nvSpPr>
        <p:spPr>
          <a:xfrm>
            <a:off x="0" y="1"/>
            <a:ext cx="9144000" cy="3693319"/>
          </a:xfrm>
          <a:prstGeom prst="rect">
            <a:avLst/>
          </a:prstGeom>
          <a:solidFill>
            <a:schemeClr val="bg1">
              <a:lumMod val="65000"/>
            </a:schemeClr>
          </a:solidFill>
        </p:spPr>
        <p:txBody>
          <a:bodyPr wrap="square" rtlCol="0">
            <a:sp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
        <p:nvSpPr>
          <p:cNvPr id="3" name="Subtitle 2"/>
          <p:cNvSpPr>
            <a:spLocks noGrp="1"/>
          </p:cNvSpPr>
          <p:nvPr>
            <p:ph type="subTitle" idx="1"/>
          </p:nvPr>
        </p:nvSpPr>
        <p:spPr>
          <a:xfrm>
            <a:off x="2209800" y="3962400"/>
            <a:ext cx="6400800" cy="1752600"/>
          </a:xfrm>
        </p:spPr>
        <p:txBody>
          <a:bodyPr>
            <a:normAutofit/>
          </a:bodyPr>
          <a:lstStyle>
            <a:lvl1pPr marL="0" indent="0" algn="l">
              <a:buNone/>
              <a:defRPr sz="3200">
                <a:solidFill>
                  <a:schemeClr val="tx1">
                    <a:lumMod val="75000"/>
                    <a:lumOff val="25000"/>
                  </a:schemeClr>
                </a:solidFill>
                <a:latin typeface="Verdan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lvl1pPr>
              <a:defRPr>
                <a:latin typeface="Verdana" pitchFamily="34" charset="0"/>
              </a:defRPr>
            </a:lvl1pPr>
          </a:lstStyle>
          <a:p>
            <a:fld id="{A126ED19-93A4-45AB-9AB4-151D3539CCFC}" type="datetimeFigureOut">
              <a:rPr lang="en-US" smtClean="0"/>
              <a:pPr/>
              <a:t>3/16/2012</a:t>
            </a:fld>
            <a:endParaRPr lang="en-US" dirty="0"/>
          </a:p>
        </p:txBody>
      </p:sp>
      <p:sp>
        <p:nvSpPr>
          <p:cNvPr id="5" name="Footer Placeholder 4"/>
          <p:cNvSpPr>
            <a:spLocks noGrp="1"/>
          </p:cNvSpPr>
          <p:nvPr>
            <p:ph type="ftr" sz="quarter" idx="11"/>
          </p:nvPr>
        </p:nvSpPr>
        <p:spPr/>
        <p:txBody>
          <a:bodyPr/>
          <a:lstStyle>
            <a:lvl1pPr>
              <a:defRPr>
                <a:latin typeface="Verdana"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Verdana" pitchFamily="34" charset="0"/>
              </a:defRPr>
            </a:lvl1pPr>
          </a:lstStyle>
          <a:p>
            <a:fld id="{3805B254-F9CB-41C5-B120-F4B38BF2206D}" type="slidenum">
              <a:rPr lang="en-US" smtClean="0"/>
              <a:pPr/>
              <a:t>‹#›</a:t>
            </a:fld>
            <a:endParaRPr lang="en-US" dirty="0"/>
          </a:p>
        </p:txBody>
      </p:sp>
      <p:pic>
        <p:nvPicPr>
          <p:cNvPr id="17" name="Picture 16" descr="softserve-logo-white-for-blue.gif"/>
          <p:cNvPicPr>
            <a:picLocks noChangeAspect="1"/>
          </p:cNvPicPr>
          <p:nvPr userDrawn="1"/>
        </p:nvPicPr>
        <p:blipFill>
          <a:blip r:embed="rId2" cstate="print"/>
          <a:stretch>
            <a:fillRect/>
          </a:stretch>
        </p:blipFill>
        <p:spPr>
          <a:xfrm>
            <a:off x="685800" y="838201"/>
            <a:ext cx="3260034" cy="914400"/>
          </a:xfrm>
          <a:prstGeom prst="rect">
            <a:avLst/>
          </a:prstGeom>
        </p:spPr>
      </p:pic>
      <p:pic>
        <p:nvPicPr>
          <p:cNvPr id="14" name="Picture 13" descr="UP.jpg"/>
          <p:cNvPicPr>
            <a:picLocks noChangeAspect="1"/>
          </p:cNvPicPr>
          <p:nvPr userDrawn="1"/>
        </p:nvPicPr>
        <p:blipFill>
          <a:blip r:embed="rId3" cstate="print"/>
          <a:srcRect l="1220" t="2137" r="1300" b="1973"/>
          <a:stretch>
            <a:fillRect/>
          </a:stretch>
        </p:blipFill>
        <p:spPr>
          <a:xfrm>
            <a:off x="0" y="3695700"/>
            <a:ext cx="2133600" cy="1198351"/>
          </a:xfrm>
          <a:prstGeom prst="rect">
            <a:avLst/>
          </a:prstGeom>
          <a:ln>
            <a:noFill/>
          </a:ln>
          <a:effectLst/>
        </p:spPr>
      </p:pic>
      <p:grpSp>
        <p:nvGrpSpPr>
          <p:cNvPr id="8" name="Group 9"/>
          <p:cNvGrpSpPr/>
          <p:nvPr userDrawn="1"/>
        </p:nvGrpSpPr>
        <p:grpSpPr>
          <a:xfrm>
            <a:off x="0" y="152400"/>
            <a:ext cx="9144000" cy="6553200"/>
            <a:chOff x="0" y="152400"/>
            <a:chExt cx="9144000" cy="6553200"/>
          </a:xfrm>
        </p:grpSpPr>
        <p:sp>
          <p:nvSpPr>
            <p:cNvPr id="11" name="Rectangle 10"/>
            <p:cNvSpPr/>
            <p:nvPr/>
          </p:nvSpPr>
          <p:spPr>
            <a:xfrm>
              <a:off x="0" y="228600"/>
              <a:ext cx="152400" cy="632460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6200" y="152400"/>
              <a:ext cx="533400" cy="65532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5400000">
              <a:off x="4381500" y="-876301"/>
              <a:ext cx="380999" cy="91440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TextBox 6"/>
          <p:cNvSpPr txBox="1"/>
          <p:nvPr userDrawn="1"/>
        </p:nvSpPr>
        <p:spPr>
          <a:xfrm>
            <a:off x="0" y="1"/>
            <a:ext cx="9144000" cy="3693319"/>
          </a:xfrm>
          <a:prstGeom prst="rect">
            <a:avLst/>
          </a:prstGeom>
          <a:solidFill>
            <a:schemeClr val="bg1">
              <a:lumMod val="65000"/>
            </a:schemeClr>
          </a:solidFill>
        </p:spPr>
        <p:txBody>
          <a:bodyPr wrap="square" rtlCol="0">
            <a:sp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
        <p:nvSpPr>
          <p:cNvPr id="3" name="Subtitle 2"/>
          <p:cNvSpPr>
            <a:spLocks noGrp="1"/>
          </p:cNvSpPr>
          <p:nvPr>
            <p:ph type="subTitle" idx="1"/>
          </p:nvPr>
        </p:nvSpPr>
        <p:spPr>
          <a:xfrm>
            <a:off x="2209800" y="3962400"/>
            <a:ext cx="6400800" cy="1752600"/>
          </a:xfrm>
        </p:spPr>
        <p:txBody>
          <a:bodyPr>
            <a:normAutofit/>
          </a:bodyPr>
          <a:lstStyle>
            <a:lvl1pPr marL="0" indent="0" algn="l">
              <a:buNone/>
              <a:defRPr sz="3200">
                <a:solidFill>
                  <a:schemeClr val="tx1">
                    <a:lumMod val="75000"/>
                    <a:lumOff val="25000"/>
                  </a:schemeClr>
                </a:solidFill>
                <a:latin typeface="Verdan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lvl1pPr>
              <a:defRPr>
                <a:latin typeface="Verdana" pitchFamily="34" charset="0"/>
              </a:defRPr>
            </a:lvl1pPr>
          </a:lstStyle>
          <a:p>
            <a:fld id="{A126ED19-93A4-45AB-9AB4-151D3539CCFC}" type="datetimeFigureOut">
              <a:rPr lang="en-US" smtClean="0"/>
              <a:pPr/>
              <a:t>3/16/2012</a:t>
            </a:fld>
            <a:endParaRPr lang="en-US" dirty="0"/>
          </a:p>
        </p:txBody>
      </p:sp>
      <p:sp>
        <p:nvSpPr>
          <p:cNvPr id="5" name="Footer Placeholder 4"/>
          <p:cNvSpPr>
            <a:spLocks noGrp="1"/>
          </p:cNvSpPr>
          <p:nvPr>
            <p:ph type="ftr" sz="quarter" idx="11"/>
          </p:nvPr>
        </p:nvSpPr>
        <p:spPr/>
        <p:txBody>
          <a:bodyPr/>
          <a:lstStyle>
            <a:lvl1pPr>
              <a:defRPr>
                <a:latin typeface="Verdana"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Verdana" pitchFamily="34" charset="0"/>
              </a:defRPr>
            </a:lvl1pPr>
          </a:lstStyle>
          <a:p>
            <a:fld id="{3805B254-F9CB-41C5-B120-F4B38BF2206D}" type="slidenum">
              <a:rPr lang="en-US" smtClean="0"/>
              <a:pPr/>
              <a:t>‹#›</a:t>
            </a:fld>
            <a:endParaRPr lang="en-US" dirty="0"/>
          </a:p>
        </p:txBody>
      </p:sp>
      <p:pic>
        <p:nvPicPr>
          <p:cNvPr id="17" name="Picture 16" descr="softserve-logo-white-for-blue.gif"/>
          <p:cNvPicPr>
            <a:picLocks noChangeAspect="1"/>
          </p:cNvPicPr>
          <p:nvPr userDrawn="1"/>
        </p:nvPicPr>
        <p:blipFill>
          <a:blip r:embed="rId2" cstate="print"/>
          <a:stretch>
            <a:fillRect/>
          </a:stretch>
        </p:blipFill>
        <p:spPr>
          <a:xfrm>
            <a:off x="685800" y="838201"/>
            <a:ext cx="3260034" cy="914400"/>
          </a:xfrm>
          <a:prstGeom prst="rect">
            <a:avLst/>
          </a:prstGeom>
        </p:spPr>
      </p:pic>
      <p:pic>
        <p:nvPicPr>
          <p:cNvPr id="3074" name="Picture 2" descr="C:\Documents and Settings\rmash\Desktop\GettyImages_stk80021cor.jpg"/>
          <p:cNvPicPr>
            <a:picLocks noChangeAspect="1" noChangeArrowheads="1"/>
          </p:cNvPicPr>
          <p:nvPr userDrawn="1"/>
        </p:nvPicPr>
        <p:blipFill>
          <a:blip r:embed="rId3" cstate="print"/>
          <a:srcRect/>
          <a:stretch>
            <a:fillRect/>
          </a:stretch>
        </p:blipFill>
        <p:spPr bwMode="auto">
          <a:xfrm>
            <a:off x="0" y="3693885"/>
            <a:ext cx="1981200" cy="1981200"/>
          </a:xfrm>
          <a:prstGeom prst="rect">
            <a:avLst/>
          </a:prstGeom>
          <a:noFill/>
        </p:spPr>
      </p:pic>
      <p:grpSp>
        <p:nvGrpSpPr>
          <p:cNvPr id="2" name="Group 9"/>
          <p:cNvGrpSpPr/>
          <p:nvPr userDrawn="1"/>
        </p:nvGrpSpPr>
        <p:grpSpPr>
          <a:xfrm>
            <a:off x="0" y="152400"/>
            <a:ext cx="9144000" cy="6553200"/>
            <a:chOff x="0" y="152400"/>
            <a:chExt cx="9144000" cy="6553200"/>
          </a:xfrm>
        </p:grpSpPr>
        <p:sp>
          <p:nvSpPr>
            <p:cNvPr id="11" name="Rectangle 10"/>
            <p:cNvSpPr/>
            <p:nvPr/>
          </p:nvSpPr>
          <p:spPr>
            <a:xfrm>
              <a:off x="0" y="228600"/>
              <a:ext cx="152400" cy="632460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6200" y="152400"/>
              <a:ext cx="533400" cy="65532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5400000">
              <a:off x="4381500" y="-876301"/>
              <a:ext cx="380999" cy="91440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7" name="TextBox 6"/>
          <p:cNvSpPr txBox="1"/>
          <p:nvPr userDrawn="1"/>
        </p:nvSpPr>
        <p:spPr>
          <a:xfrm>
            <a:off x="0" y="1"/>
            <a:ext cx="9144000" cy="3693319"/>
          </a:xfrm>
          <a:prstGeom prst="rect">
            <a:avLst/>
          </a:prstGeom>
          <a:solidFill>
            <a:schemeClr val="bg1">
              <a:lumMod val="65000"/>
            </a:schemeClr>
          </a:solidFill>
        </p:spPr>
        <p:txBody>
          <a:bodyPr wrap="square" rtlCol="0">
            <a:sp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
        <p:nvSpPr>
          <p:cNvPr id="3" name="Subtitle 2"/>
          <p:cNvSpPr>
            <a:spLocks noGrp="1"/>
          </p:cNvSpPr>
          <p:nvPr>
            <p:ph type="subTitle" idx="1"/>
          </p:nvPr>
        </p:nvSpPr>
        <p:spPr>
          <a:xfrm>
            <a:off x="2209800" y="3962400"/>
            <a:ext cx="6400800" cy="1752600"/>
          </a:xfrm>
        </p:spPr>
        <p:txBody>
          <a:bodyPr>
            <a:normAutofit/>
          </a:bodyPr>
          <a:lstStyle>
            <a:lvl1pPr marL="0" indent="0" algn="l">
              <a:buNone/>
              <a:defRPr sz="3200">
                <a:solidFill>
                  <a:schemeClr val="tx1">
                    <a:lumMod val="75000"/>
                    <a:lumOff val="25000"/>
                  </a:schemeClr>
                </a:solidFill>
                <a:latin typeface="Verdan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lvl1pPr>
              <a:defRPr>
                <a:latin typeface="Verdana" pitchFamily="34" charset="0"/>
              </a:defRPr>
            </a:lvl1pPr>
          </a:lstStyle>
          <a:p>
            <a:fld id="{A126ED19-93A4-45AB-9AB4-151D3539CCFC}" type="datetimeFigureOut">
              <a:rPr lang="en-US" smtClean="0"/>
              <a:pPr/>
              <a:t>3/16/2012</a:t>
            </a:fld>
            <a:endParaRPr lang="en-US" dirty="0"/>
          </a:p>
        </p:txBody>
      </p:sp>
      <p:sp>
        <p:nvSpPr>
          <p:cNvPr id="5" name="Footer Placeholder 4"/>
          <p:cNvSpPr>
            <a:spLocks noGrp="1"/>
          </p:cNvSpPr>
          <p:nvPr>
            <p:ph type="ftr" sz="quarter" idx="11"/>
          </p:nvPr>
        </p:nvSpPr>
        <p:spPr/>
        <p:txBody>
          <a:bodyPr/>
          <a:lstStyle>
            <a:lvl1pPr>
              <a:defRPr>
                <a:latin typeface="Verdana"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Verdana" pitchFamily="34" charset="0"/>
              </a:defRPr>
            </a:lvl1pPr>
          </a:lstStyle>
          <a:p>
            <a:fld id="{3805B254-F9CB-41C5-B120-F4B38BF2206D}" type="slidenum">
              <a:rPr lang="en-US" smtClean="0"/>
              <a:pPr/>
              <a:t>‹#›</a:t>
            </a:fld>
            <a:endParaRPr lang="en-US" dirty="0"/>
          </a:p>
        </p:txBody>
      </p:sp>
      <p:pic>
        <p:nvPicPr>
          <p:cNvPr id="17" name="Picture 16" descr="softserve-logo-white-for-blue.gif"/>
          <p:cNvPicPr>
            <a:picLocks noChangeAspect="1"/>
          </p:cNvPicPr>
          <p:nvPr userDrawn="1"/>
        </p:nvPicPr>
        <p:blipFill>
          <a:blip r:embed="rId2" cstate="print"/>
          <a:stretch>
            <a:fillRect/>
          </a:stretch>
        </p:blipFill>
        <p:spPr>
          <a:xfrm>
            <a:off x="685800" y="838201"/>
            <a:ext cx="3260034" cy="914400"/>
          </a:xfrm>
          <a:prstGeom prst="rect">
            <a:avLst/>
          </a:prstGeom>
        </p:spPr>
      </p:pic>
      <p:pic>
        <p:nvPicPr>
          <p:cNvPr id="4098" name="Picture 2" descr="C:\Documents and Settings\rmash\Desktop\GettyImages_80281950.jpg"/>
          <p:cNvPicPr>
            <a:picLocks noChangeAspect="1" noChangeArrowheads="1"/>
          </p:cNvPicPr>
          <p:nvPr userDrawn="1"/>
        </p:nvPicPr>
        <p:blipFill>
          <a:blip r:embed="rId3" cstate="print"/>
          <a:srcRect/>
          <a:stretch>
            <a:fillRect/>
          </a:stretch>
        </p:blipFill>
        <p:spPr bwMode="auto">
          <a:xfrm>
            <a:off x="765" y="3693884"/>
            <a:ext cx="2132835" cy="1420947"/>
          </a:xfrm>
          <a:prstGeom prst="rect">
            <a:avLst/>
          </a:prstGeom>
          <a:noFill/>
        </p:spPr>
      </p:pic>
      <p:grpSp>
        <p:nvGrpSpPr>
          <p:cNvPr id="2" name="Group 9"/>
          <p:cNvGrpSpPr/>
          <p:nvPr userDrawn="1"/>
        </p:nvGrpSpPr>
        <p:grpSpPr>
          <a:xfrm>
            <a:off x="0" y="152400"/>
            <a:ext cx="9144000" cy="6553200"/>
            <a:chOff x="0" y="152400"/>
            <a:chExt cx="9144000" cy="6553200"/>
          </a:xfrm>
        </p:grpSpPr>
        <p:sp>
          <p:nvSpPr>
            <p:cNvPr id="11" name="Rectangle 10"/>
            <p:cNvSpPr/>
            <p:nvPr/>
          </p:nvSpPr>
          <p:spPr>
            <a:xfrm>
              <a:off x="0" y="228600"/>
              <a:ext cx="152400" cy="632460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6200" y="152400"/>
              <a:ext cx="533400" cy="65532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5400000">
              <a:off x="4381500" y="-876301"/>
              <a:ext cx="380999" cy="91440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7" name="TextBox 6"/>
          <p:cNvSpPr txBox="1"/>
          <p:nvPr userDrawn="1"/>
        </p:nvSpPr>
        <p:spPr>
          <a:xfrm>
            <a:off x="0" y="1"/>
            <a:ext cx="9144000" cy="3693319"/>
          </a:xfrm>
          <a:prstGeom prst="rect">
            <a:avLst/>
          </a:prstGeom>
          <a:solidFill>
            <a:schemeClr val="bg1">
              <a:lumMod val="65000"/>
            </a:schemeClr>
          </a:solidFill>
        </p:spPr>
        <p:txBody>
          <a:bodyPr wrap="square" rtlCol="0">
            <a:sp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
        <p:nvSpPr>
          <p:cNvPr id="3" name="Subtitle 2"/>
          <p:cNvSpPr>
            <a:spLocks noGrp="1"/>
          </p:cNvSpPr>
          <p:nvPr>
            <p:ph type="subTitle" idx="1"/>
          </p:nvPr>
        </p:nvSpPr>
        <p:spPr>
          <a:xfrm>
            <a:off x="2209800" y="3962400"/>
            <a:ext cx="6400800" cy="1752600"/>
          </a:xfrm>
        </p:spPr>
        <p:txBody>
          <a:bodyPr>
            <a:normAutofit/>
          </a:bodyPr>
          <a:lstStyle>
            <a:lvl1pPr marL="0" indent="0" algn="l">
              <a:buNone/>
              <a:defRPr sz="3200">
                <a:solidFill>
                  <a:schemeClr val="tx1">
                    <a:lumMod val="75000"/>
                    <a:lumOff val="25000"/>
                  </a:schemeClr>
                </a:solidFill>
                <a:latin typeface="Verdan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lvl1pPr>
              <a:defRPr>
                <a:latin typeface="Verdana" pitchFamily="34" charset="0"/>
              </a:defRPr>
            </a:lvl1pPr>
          </a:lstStyle>
          <a:p>
            <a:fld id="{A126ED19-93A4-45AB-9AB4-151D3539CCFC}" type="datetimeFigureOut">
              <a:rPr lang="en-US" smtClean="0"/>
              <a:pPr/>
              <a:t>3/16/2012</a:t>
            </a:fld>
            <a:endParaRPr lang="en-US" dirty="0"/>
          </a:p>
        </p:txBody>
      </p:sp>
      <p:sp>
        <p:nvSpPr>
          <p:cNvPr id="5" name="Footer Placeholder 4"/>
          <p:cNvSpPr>
            <a:spLocks noGrp="1"/>
          </p:cNvSpPr>
          <p:nvPr>
            <p:ph type="ftr" sz="quarter" idx="11"/>
          </p:nvPr>
        </p:nvSpPr>
        <p:spPr/>
        <p:txBody>
          <a:bodyPr/>
          <a:lstStyle>
            <a:lvl1pPr>
              <a:defRPr>
                <a:latin typeface="Verdana"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Verdana" pitchFamily="34" charset="0"/>
              </a:defRPr>
            </a:lvl1pPr>
          </a:lstStyle>
          <a:p>
            <a:fld id="{3805B254-F9CB-41C5-B120-F4B38BF2206D}" type="slidenum">
              <a:rPr lang="en-US" smtClean="0"/>
              <a:pPr/>
              <a:t>‹#›</a:t>
            </a:fld>
            <a:endParaRPr lang="en-US" dirty="0"/>
          </a:p>
        </p:txBody>
      </p:sp>
      <p:pic>
        <p:nvPicPr>
          <p:cNvPr id="17" name="Picture 16" descr="softserve-logo-white-for-blue.gif"/>
          <p:cNvPicPr>
            <a:picLocks noChangeAspect="1"/>
          </p:cNvPicPr>
          <p:nvPr userDrawn="1"/>
        </p:nvPicPr>
        <p:blipFill>
          <a:blip r:embed="rId2" cstate="print"/>
          <a:stretch>
            <a:fillRect/>
          </a:stretch>
        </p:blipFill>
        <p:spPr>
          <a:xfrm>
            <a:off x="685800" y="838201"/>
            <a:ext cx="3260034" cy="914400"/>
          </a:xfrm>
          <a:prstGeom prst="rect">
            <a:avLst/>
          </a:prstGeom>
        </p:spPr>
      </p:pic>
      <p:pic>
        <p:nvPicPr>
          <p:cNvPr id="5122" name="Picture 2" descr="C:\Documents and Settings\rmash\Desktop\GettyImages_102756315.jpg"/>
          <p:cNvPicPr>
            <a:picLocks noChangeAspect="1" noChangeArrowheads="1"/>
          </p:cNvPicPr>
          <p:nvPr userDrawn="1"/>
        </p:nvPicPr>
        <p:blipFill>
          <a:blip r:embed="rId3" cstate="print"/>
          <a:srcRect/>
          <a:stretch>
            <a:fillRect/>
          </a:stretch>
        </p:blipFill>
        <p:spPr bwMode="auto">
          <a:xfrm>
            <a:off x="-1777" y="3693885"/>
            <a:ext cx="2160778" cy="1439863"/>
          </a:xfrm>
          <a:prstGeom prst="rect">
            <a:avLst/>
          </a:prstGeom>
          <a:noFill/>
        </p:spPr>
      </p:pic>
      <p:grpSp>
        <p:nvGrpSpPr>
          <p:cNvPr id="2" name="Group 9"/>
          <p:cNvGrpSpPr/>
          <p:nvPr userDrawn="1"/>
        </p:nvGrpSpPr>
        <p:grpSpPr>
          <a:xfrm>
            <a:off x="0" y="152400"/>
            <a:ext cx="9144000" cy="6553200"/>
            <a:chOff x="0" y="152400"/>
            <a:chExt cx="9144000" cy="6553200"/>
          </a:xfrm>
        </p:grpSpPr>
        <p:sp>
          <p:nvSpPr>
            <p:cNvPr id="11" name="Rectangle 10"/>
            <p:cNvSpPr/>
            <p:nvPr/>
          </p:nvSpPr>
          <p:spPr>
            <a:xfrm>
              <a:off x="0" y="228600"/>
              <a:ext cx="152400" cy="632460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6200" y="152400"/>
              <a:ext cx="533400" cy="65532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5400000">
              <a:off x="4381500" y="-876301"/>
              <a:ext cx="380999" cy="91440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7" name="TextBox 6"/>
          <p:cNvSpPr txBox="1"/>
          <p:nvPr userDrawn="1"/>
        </p:nvSpPr>
        <p:spPr>
          <a:xfrm>
            <a:off x="0" y="1"/>
            <a:ext cx="9144000" cy="3693319"/>
          </a:xfrm>
          <a:prstGeom prst="rect">
            <a:avLst/>
          </a:prstGeom>
          <a:solidFill>
            <a:schemeClr val="bg1">
              <a:lumMod val="65000"/>
            </a:schemeClr>
          </a:solidFill>
        </p:spPr>
        <p:txBody>
          <a:bodyPr wrap="square" rtlCol="0">
            <a:sp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
        <p:nvSpPr>
          <p:cNvPr id="3" name="Subtitle 2"/>
          <p:cNvSpPr>
            <a:spLocks noGrp="1"/>
          </p:cNvSpPr>
          <p:nvPr>
            <p:ph type="subTitle" idx="1"/>
          </p:nvPr>
        </p:nvSpPr>
        <p:spPr>
          <a:xfrm>
            <a:off x="2209800" y="3962400"/>
            <a:ext cx="6400800" cy="1752600"/>
          </a:xfrm>
        </p:spPr>
        <p:txBody>
          <a:bodyPr>
            <a:normAutofit/>
          </a:bodyPr>
          <a:lstStyle>
            <a:lvl1pPr marL="0" indent="0" algn="l">
              <a:buNone/>
              <a:defRPr sz="3200">
                <a:solidFill>
                  <a:schemeClr val="tx1">
                    <a:lumMod val="75000"/>
                    <a:lumOff val="25000"/>
                  </a:schemeClr>
                </a:solidFill>
                <a:latin typeface="Verdan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lvl1pPr>
              <a:defRPr>
                <a:latin typeface="Verdana" pitchFamily="34" charset="0"/>
              </a:defRPr>
            </a:lvl1pPr>
          </a:lstStyle>
          <a:p>
            <a:fld id="{A126ED19-93A4-45AB-9AB4-151D3539CCFC}" type="datetimeFigureOut">
              <a:rPr lang="en-US" smtClean="0"/>
              <a:pPr/>
              <a:t>3/16/2012</a:t>
            </a:fld>
            <a:endParaRPr lang="en-US" dirty="0"/>
          </a:p>
        </p:txBody>
      </p:sp>
      <p:sp>
        <p:nvSpPr>
          <p:cNvPr id="5" name="Footer Placeholder 4"/>
          <p:cNvSpPr>
            <a:spLocks noGrp="1"/>
          </p:cNvSpPr>
          <p:nvPr>
            <p:ph type="ftr" sz="quarter" idx="11"/>
          </p:nvPr>
        </p:nvSpPr>
        <p:spPr/>
        <p:txBody>
          <a:bodyPr/>
          <a:lstStyle>
            <a:lvl1pPr>
              <a:defRPr>
                <a:latin typeface="Verdana"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Verdana" pitchFamily="34" charset="0"/>
              </a:defRPr>
            </a:lvl1pPr>
          </a:lstStyle>
          <a:p>
            <a:fld id="{3805B254-F9CB-41C5-B120-F4B38BF2206D}" type="slidenum">
              <a:rPr lang="en-US" smtClean="0"/>
              <a:pPr/>
              <a:t>‹#›</a:t>
            </a:fld>
            <a:endParaRPr lang="en-US" dirty="0"/>
          </a:p>
        </p:txBody>
      </p:sp>
      <p:pic>
        <p:nvPicPr>
          <p:cNvPr id="17" name="Picture 16" descr="softserve-logo-white-for-blue.gif"/>
          <p:cNvPicPr>
            <a:picLocks noChangeAspect="1"/>
          </p:cNvPicPr>
          <p:nvPr userDrawn="1"/>
        </p:nvPicPr>
        <p:blipFill>
          <a:blip r:embed="rId2" cstate="print"/>
          <a:stretch>
            <a:fillRect/>
          </a:stretch>
        </p:blipFill>
        <p:spPr>
          <a:xfrm>
            <a:off x="685800" y="838201"/>
            <a:ext cx="3260034" cy="914400"/>
          </a:xfrm>
          <a:prstGeom prst="rect">
            <a:avLst/>
          </a:prstGeom>
        </p:spPr>
      </p:pic>
      <p:pic>
        <p:nvPicPr>
          <p:cNvPr id="6146" name="Picture 2" descr="C:\Documents and Settings\rmash\Desktop\GettyImages_96502260.jpg"/>
          <p:cNvPicPr>
            <a:picLocks noChangeAspect="1" noChangeArrowheads="1"/>
          </p:cNvPicPr>
          <p:nvPr userDrawn="1"/>
        </p:nvPicPr>
        <p:blipFill>
          <a:blip r:embed="rId3" cstate="print"/>
          <a:srcRect/>
          <a:stretch>
            <a:fillRect/>
          </a:stretch>
        </p:blipFill>
        <p:spPr bwMode="auto">
          <a:xfrm>
            <a:off x="0" y="3701144"/>
            <a:ext cx="2133600" cy="1599814"/>
          </a:xfrm>
          <a:prstGeom prst="rect">
            <a:avLst/>
          </a:prstGeom>
          <a:noFill/>
        </p:spPr>
      </p:pic>
      <p:grpSp>
        <p:nvGrpSpPr>
          <p:cNvPr id="2" name="Group 9"/>
          <p:cNvGrpSpPr/>
          <p:nvPr userDrawn="1"/>
        </p:nvGrpSpPr>
        <p:grpSpPr>
          <a:xfrm>
            <a:off x="0" y="152400"/>
            <a:ext cx="9144000" cy="6553200"/>
            <a:chOff x="0" y="152400"/>
            <a:chExt cx="9144000" cy="6553200"/>
          </a:xfrm>
        </p:grpSpPr>
        <p:sp>
          <p:nvSpPr>
            <p:cNvPr id="11" name="Rectangle 10"/>
            <p:cNvSpPr/>
            <p:nvPr/>
          </p:nvSpPr>
          <p:spPr>
            <a:xfrm>
              <a:off x="0" y="228600"/>
              <a:ext cx="152400" cy="632460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6200" y="152400"/>
              <a:ext cx="533400" cy="65532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5400000">
              <a:off x="4381500" y="-876301"/>
              <a:ext cx="380999" cy="91440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600">
                <a:solidFill>
                  <a:schemeClr val="bg1"/>
                </a:solidFill>
                <a:latin typeface="Verdana"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buFont typeface="Wingdings" pitchFamily="2" charset="2"/>
              <a:buChar char="§"/>
              <a:defRPr sz="2400">
                <a:solidFill>
                  <a:schemeClr val="tx1">
                    <a:lumMod val="75000"/>
                    <a:lumOff val="25000"/>
                  </a:schemeClr>
                </a:solidFill>
                <a:latin typeface="Verdana" pitchFamily="34" charset="0"/>
              </a:defRPr>
            </a:lvl1pPr>
            <a:lvl2pPr>
              <a:defRPr sz="2000">
                <a:solidFill>
                  <a:schemeClr val="tx1">
                    <a:lumMod val="75000"/>
                    <a:lumOff val="25000"/>
                  </a:schemeClr>
                </a:solidFill>
                <a:latin typeface="Verdana" pitchFamily="34" charset="0"/>
              </a:defRPr>
            </a:lvl2pPr>
            <a:lvl3pPr>
              <a:defRPr sz="1800">
                <a:solidFill>
                  <a:schemeClr val="tx1">
                    <a:lumMod val="75000"/>
                    <a:lumOff val="25000"/>
                  </a:schemeClr>
                </a:solidFill>
                <a:latin typeface="Verdana" pitchFamily="34" charset="0"/>
              </a:defRPr>
            </a:lvl3pPr>
            <a:lvl4pPr>
              <a:defRPr sz="1600">
                <a:solidFill>
                  <a:schemeClr val="tx1">
                    <a:lumMod val="75000"/>
                    <a:lumOff val="25000"/>
                  </a:schemeClr>
                </a:solidFill>
                <a:latin typeface="Verdana" pitchFamily="34" charset="0"/>
              </a:defRPr>
            </a:lvl4pPr>
            <a:lvl5pPr>
              <a:defRPr sz="1400">
                <a:solidFill>
                  <a:schemeClr val="tx1">
                    <a:lumMod val="75000"/>
                    <a:lumOff val="25000"/>
                  </a:schemeClr>
                </a:solidFill>
                <a:latin typeface="Verdan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A126ED19-93A4-45AB-9AB4-151D3539CCFC}" type="datetimeFigureOut">
              <a:rPr lang="en-US" smtClean="0"/>
              <a:pPr/>
              <a:t>3/16/2012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05B254-F9CB-41C5-B120-F4B38BF2206D}" type="slidenum">
              <a:rPr lang="en-US" smtClean="0"/>
              <a:pPr/>
              <a:t>‹#›</a:t>
            </a:fld>
            <a:endParaRPr lang="en-US"/>
          </a:p>
        </p:txBody>
      </p:sp>
      <p:pic>
        <p:nvPicPr>
          <p:cNvPr id="7" name="Picture 6" descr="softserve logo.gif"/>
          <p:cNvPicPr>
            <a:picLocks noChangeAspect="1"/>
          </p:cNvPicPr>
          <p:nvPr userDrawn="1"/>
        </p:nvPicPr>
        <p:blipFill>
          <a:blip r:embed="rId2" cstate="print"/>
          <a:stretch>
            <a:fillRect/>
          </a:stretch>
        </p:blipFill>
        <p:spPr>
          <a:xfrm>
            <a:off x="7315200" y="6324600"/>
            <a:ext cx="1428750" cy="40005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normAutofit/>
          </a:bodyPr>
          <a:lstStyle>
            <a:lvl1pPr algn="l">
              <a:defRPr sz="2800" b="0" cap="all">
                <a:solidFill>
                  <a:schemeClr val="tx1">
                    <a:lumMod val="75000"/>
                    <a:lumOff val="25000"/>
                  </a:schemeClr>
                </a:solidFill>
                <a:latin typeface="Verdana" pitchFamily="34" charset="0"/>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3962400"/>
            <a:ext cx="7772400" cy="444500"/>
          </a:xfrm>
        </p:spPr>
        <p:txBody>
          <a:bodyPr anchor="b"/>
          <a:lstStyle>
            <a:lvl1pPr marL="0" indent="0">
              <a:buNone/>
              <a:defRPr sz="2000">
                <a:solidFill>
                  <a:schemeClr val="tx1">
                    <a:tint val="75000"/>
                  </a:schemeClr>
                </a:solidFill>
                <a:latin typeface="Verdana"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p>
        </p:txBody>
      </p:sp>
      <p:sp>
        <p:nvSpPr>
          <p:cNvPr id="4" name="Date Placeholder 3"/>
          <p:cNvSpPr>
            <a:spLocks noGrp="1"/>
          </p:cNvSpPr>
          <p:nvPr>
            <p:ph type="dt" sz="half" idx="10"/>
          </p:nvPr>
        </p:nvSpPr>
        <p:spPr/>
        <p:txBody>
          <a:bodyPr/>
          <a:lstStyle>
            <a:lvl1pPr>
              <a:defRPr>
                <a:latin typeface="Verdana" pitchFamily="34" charset="0"/>
              </a:defRPr>
            </a:lvl1pPr>
          </a:lstStyle>
          <a:p>
            <a:fld id="{A126ED19-93A4-45AB-9AB4-151D3539CCFC}" type="datetimeFigureOut">
              <a:rPr lang="en-US" smtClean="0"/>
              <a:pPr/>
              <a:t>3/16/2012</a:t>
            </a:fld>
            <a:endParaRPr lang="en-US" dirty="0"/>
          </a:p>
        </p:txBody>
      </p:sp>
      <p:sp>
        <p:nvSpPr>
          <p:cNvPr id="5" name="Footer Placeholder 4"/>
          <p:cNvSpPr>
            <a:spLocks noGrp="1"/>
          </p:cNvSpPr>
          <p:nvPr>
            <p:ph type="ftr" sz="quarter" idx="11"/>
          </p:nvPr>
        </p:nvSpPr>
        <p:spPr/>
        <p:txBody>
          <a:bodyPr/>
          <a:lstStyle>
            <a:lvl1pPr>
              <a:defRPr>
                <a:latin typeface="Verdana" pitchFamily="34" charset="0"/>
              </a:defRPr>
            </a:lvl1pPr>
          </a:lstStyle>
          <a:p>
            <a:endParaRPr lang="en-US" dirty="0"/>
          </a:p>
        </p:txBody>
      </p:sp>
      <p:sp>
        <p:nvSpPr>
          <p:cNvPr id="6" name="Slide Number Placeholder 5"/>
          <p:cNvSpPr>
            <a:spLocks noGrp="1"/>
          </p:cNvSpPr>
          <p:nvPr>
            <p:ph type="sldNum" sz="quarter" idx="12"/>
          </p:nvPr>
        </p:nvSpPr>
        <p:spPr/>
        <p:txBody>
          <a:bodyPr/>
          <a:lstStyle/>
          <a:p>
            <a:fld id="{3805B254-F9CB-41C5-B120-F4B38BF2206D}" type="slidenum">
              <a:rPr lang="en-US" smtClean="0"/>
              <a:pPr/>
              <a:t>‹#›</a:t>
            </a:fld>
            <a:endParaRPr lang="en-US"/>
          </a:p>
        </p:txBody>
      </p:sp>
      <p:sp>
        <p:nvSpPr>
          <p:cNvPr id="8" name="TextBox 7"/>
          <p:cNvSpPr txBox="1"/>
          <p:nvPr userDrawn="1"/>
        </p:nvSpPr>
        <p:spPr>
          <a:xfrm>
            <a:off x="0" y="1"/>
            <a:ext cx="9144000" cy="3693319"/>
          </a:xfrm>
          <a:prstGeom prst="rect">
            <a:avLst/>
          </a:prstGeom>
          <a:solidFill>
            <a:schemeClr val="bg1">
              <a:lumMod val="65000"/>
            </a:schemeClr>
          </a:solidFill>
        </p:spPr>
        <p:txBody>
          <a:bodyPr wrap="square" rtlCol="0">
            <a:sp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
        <p:nvSpPr>
          <p:cNvPr id="10" name="Rectangle 9"/>
          <p:cNvSpPr/>
          <p:nvPr userDrawn="1"/>
        </p:nvSpPr>
        <p:spPr>
          <a:xfrm>
            <a:off x="0" y="228600"/>
            <a:ext cx="152400" cy="632460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76200" y="152400"/>
            <a:ext cx="533400" cy="65532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rot="5400000">
            <a:off x="4381500" y="-876301"/>
            <a:ext cx="380999" cy="91440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softserve logo.gif"/>
          <p:cNvPicPr>
            <a:picLocks noChangeAspect="1"/>
          </p:cNvPicPr>
          <p:nvPr userDrawn="1"/>
        </p:nvPicPr>
        <p:blipFill>
          <a:blip r:embed="rId2" cstate="print"/>
          <a:stretch>
            <a:fillRect/>
          </a:stretch>
        </p:blipFill>
        <p:spPr>
          <a:xfrm>
            <a:off x="7315200" y="6324600"/>
            <a:ext cx="1428750" cy="40005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200">
                <a:solidFill>
                  <a:schemeClr val="bg1"/>
                </a:solidFill>
                <a:latin typeface="Verdana" pitchFamily="34" charset="0"/>
              </a:defRPr>
            </a:lvl1p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4038600" cy="4525963"/>
          </a:xfrm>
        </p:spPr>
        <p:txBody>
          <a:bodyPr/>
          <a:lstStyle>
            <a:lvl1pPr>
              <a:defRPr sz="2000">
                <a:solidFill>
                  <a:schemeClr val="tx1">
                    <a:lumMod val="65000"/>
                    <a:lumOff val="35000"/>
                  </a:schemeClr>
                </a:solidFill>
                <a:latin typeface="Verdana" pitchFamily="34" charset="0"/>
              </a:defRPr>
            </a:lvl1pPr>
            <a:lvl2pPr>
              <a:defRPr sz="2000">
                <a:solidFill>
                  <a:schemeClr val="tx1">
                    <a:lumMod val="65000"/>
                    <a:lumOff val="35000"/>
                  </a:schemeClr>
                </a:solidFill>
                <a:latin typeface="Verdana" pitchFamily="34" charset="0"/>
              </a:defRPr>
            </a:lvl2pPr>
            <a:lvl3pPr>
              <a:defRPr sz="1800">
                <a:solidFill>
                  <a:schemeClr val="tx1">
                    <a:lumMod val="65000"/>
                    <a:lumOff val="35000"/>
                  </a:schemeClr>
                </a:solidFill>
                <a:latin typeface="Verdana" pitchFamily="34" charset="0"/>
              </a:defRPr>
            </a:lvl3pPr>
            <a:lvl4pPr>
              <a:defRPr sz="1600">
                <a:solidFill>
                  <a:schemeClr val="tx1">
                    <a:lumMod val="65000"/>
                    <a:lumOff val="35000"/>
                  </a:schemeClr>
                </a:solidFill>
                <a:latin typeface="Verdana" pitchFamily="34" charset="0"/>
              </a:defRPr>
            </a:lvl4pPr>
            <a:lvl5pPr>
              <a:defRPr sz="1400">
                <a:solidFill>
                  <a:schemeClr val="tx1">
                    <a:lumMod val="65000"/>
                    <a:lumOff val="35000"/>
                  </a:schemeClr>
                </a:solidFill>
                <a:latin typeface="Verdana" pitchFamily="34" charset="0"/>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000">
                <a:solidFill>
                  <a:schemeClr val="tx1">
                    <a:lumMod val="65000"/>
                    <a:lumOff val="35000"/>
                  </a:schemeClr>
                </a:solidFill>
                <a:latin typeface="Verdana" pitchFamily="34" charset="0"/>
              </a:defRPr>
            </a:lvl1pPr>
            <a:lvl2pPr>
              <a:defRPr sz="2000">
                <a:solidFill>
                  <a:schemeClr val="tx1">
                    <a:lumMod val="65000"/>
                    <a:lumOff val="35000"/>
                  </a:schemeClr>
                </a:solidFill>
                <a:latin typeface="Verdana" pitchFamily="34" charset="0"/>
              </a:defRPr>
            </a:lvl2pPr>
            <a:lvl3pPr>
              <a:defRPr sz="1800">
                <a:solidFill>
                  <a:schemeClr val="tx1">
                    <a:lumMod val="65000"/>
                    <a:lumOff val="35000"/>
                  </a:schemeClr>
                </a:solidFill>
                <a:latin typeface="Verdana" pitchFamily="34" charset="0"/>
              </a:defRPr>
            </a:lvl3pPr>
            <a:lvl4pPr>
              <a:defRPr sz="1600">
                <a:solidFill>
                  <a:schemeClr val="tx1">
                    <a:lumMod val="65000"/>
                    <a:lumOff val="35000"/>
                  </a:schemeClr>
                </a:solidFill>
                <a:latin typeface="Verdana" pitchFamily="34" charset="0"/>
              </a:defRPr>
            </a:lvl4pPr>
            <a:lvl5pPr>
              <a:defRPr sz="1600">
                <a:solidFill>
                  <a:schemeClr val="tx1">
                    <a:lumMod val="65000"/>
                    <a:lumOff val="35000"/>
                  </a:schemeClr>
                </a:solidFill>
                <a:latin typeface="Verdana" pitchFamily="34" charset="0"/>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Date Placeholder 4"/>
          <p:cNvSpPr>
            <a:spLocks noGrp="1"/>
          </p:cNvSpPr>
          <p:nvPr>
            <p:ph type="dt" sz="half" idx="10"/>
          </p:nvPr>
        </p:nvSpPr>
        <p:spPr/>
        <p:txBody>
          <a:bodyPr/>
          <a:lstStyle/>
          <a:p>
            <a:fld id="{A126ED19-93A4-45AB-9AB4-151D3539CCFC}" type="datetimeFigureOut">
              <a:rPr lang="en-US" smtClean="0"/>
              <a:pPr/>
              <a:t>3/16/2012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05B254-F9CB-41C5-B120-F4B38BF2206D}" type="slidenum">
              <a:rPr lang="en-US" smtClean="0"/>
              <a:pPr/>
              <a:t>‹#›</a:t>
            </a:fld>
            <a:endParaRPr lang="en-US"/>
          </a:p>
        </p:txBody>
      </p:sp>
      <p:pic>
        <p:nvPicPr>
          <p:cNvPr id="8" name="Picture 7" descr="softserve logo.gif"/>
          <p:cNvPicPr>
            <a:picLocks noChangeAspect="1"/>
          </p:cNvPicPr>
          <p:nvPr userDrawn="1"/>
        </p:nvPicPr>
        <p:blipFill>
          <a:blip r:embed="rId2" cstate="print"/>
          <a:stretch>
            <a:fillRect/>
          </a:stretch>
        </p:blipFill>
        <p:spPr>
          <a:xfrm>
            <a:off x="7315200" y="6324600"/>
            <a:ext cx="1428750" cy="40005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600">
                <a:solidFill>
                  <a:schemeClr val="bg1"/>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noAutofit/>
          </a:bodyPr>
          <a:lstStyle>
            <a:lvl1pPr marL="0" indent="0">
              <a:buNone/>
              <a:defRPr sz="1800" b="1">
                <a:solidFill>
                  <a:schemeClr val="tx1">
                    <a:lumMod val="65000"/>
                    <a:lumOff val="35000"/>
                  </a:schemeClr>
                </a:solidFill>
                <a:latin typeface="Verdana"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buFont typeface="Wingdings" pitchFamily="2" charset="2"/>
              <a:buChar char="§"/>
              <a:defRPr sz="2400">
                <a:solidFill>
                  <a:schemeClr val="tx1">
                    <a:lumMod val="65000"/>
                    <a:lumOff val="35000"/>
                  </a:schemeClr>
                </a:solidFill>
              </a:defRPr>
            </a:lvl1pPr>
            <a:lvl2pPr>
              <a:defRPr sz="2000">
                <a:solidFill>
                  <a:schemeClr val="tx1">
                    <a:lumMod val="65000"/>
                    <a:lumOff val="35000"/>
                  </a:schemeClr>
                </a:solidFill>
              </a:defRPr>
            </a:lvl2pPr>
            <a:lvl3pPr>
              <a:defRPr sz="1800">
                <a:solidFill>
                  <a:schemeClr val="tx1">
                    <a:lumMod val="65000"/>
                    <a:lumOff val="35000"/>
                  </a:schemeClr>
                </a:solidFill>
              </a:defRPr>
            </a:lvl3pPr>
            <a:lvl4pPr>
              <a:defRPr sz="1600">
                <a:solidFill>
                  <a:schemeClr val="tx1">
                    <a:lumMod val="65000"/>
                    <a:lumOff val="35000"/>
                  </a:schemeClr>
                </a:solidFill>
              </a:defRPr>
            </a:lvl4pPr>
            <a:lvl5pPr>
              <a:defRPr sz="1600">
                <a:solidFill>
                  <a:schemeClr val="tx1">
                    <a:lumMod val="65000"/>
                    <a:lumOff val="35000"/>
                  </a:schemeClr>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normAutofit/>
          </a:bodyPr>
          <a:lstStyle>
            <a:lvl1pPr marL="0" indent="0">
              <a:buNone/>
              <a:defRPr sz="1800" b="1">
                <a:solidFill>
                  <a:schemeClr val="tx1">
                    <a:lumMod val="65000"/>
                    <a:lumOff val="35000"/>
                  </a:schemeClr>
                </a:solidFill>
                <a:latin typeface="Verdana"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buFont typeface="Wingdings" pitchFamily="2" charset="2"/>
              <a:buChar char="§"/>
              <a:defRPr sz="2400">
                <a:solidFill>
                  <a:schemeClr val="tx1">
                    <a:lumMod val="65000"/>
                    <a:lumOff val="35000"/>
                  </a:schemeClr>
                </a:solidFill>
              </a:defRPr>
            </a:lvl1pPr>
            <a:lvl2pPr>
              <a:defRPr sz="2000">
                <a:solidFill>
                  <a:schemeClr val="tx1">
                    <a:lumMod val="65000"/>
                    <a:lumOff val="35000"/>
                  </a:schemeClr>
                </a:solidFill>
              </a:defRPr>
            </a:lvl2pPr>
            <a:lvl3pPr>
              <a:defRPr sz="1800">
                <a:solidFill>
                  <a:schemeClr val="tx1">
                    <a:lumMod val="65000"/>
                    <a:lumOff val="35000"/>
                  </a:schemeClr>
                </a:solidFill>
              </a:defRPr>
            </a:lvl3pPr>
            <a:lvl4pPr>
              <a:defRPr sz="1600">
                <a:solidFill>
                  <a:schemeClr val="tx1">
                    <a:lumMod val="65000"/>
                    <a:lumOff val="35000"/>
                  </a:schemeClr>
                </a:solidFill>
              </a:defRPr>
            </a:lvl4pPr>
            <a:lvl5pPr>
              <a:defRPr sz="1600">
                <a:solidFill>
                  <a:schemeClr val="tx1">
                    <a:lumMod val="65000"/>
                    <a:lumOff val="35000"/>
                  </a:schemeClr>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6"/>
          <p:cNvSpPr>
            <a:spLocks noGrp="1"/>
          </p:cNvSpPr>
          <p:nvPr>
            <p:ph type="dt" sz="half" idx="10"/>
          </p:nvPr>
        </p:nvSpPr>
        <p:spPr/>
        <p:txBody>
          <a:bodyPr/>
          <a:lstStyle/>
          <a:p>
            <a:fld id="{A126ED19-93A4-45AB-9AB4-151D3539CCFC}" type="datetimeFigureOut">
              <a:rPr lang="en-US" smtClean="0"/>
              <a:pPr/>
              <a:t>3/16/2012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05B254-F9CB-41C5-B120-F4B38BF2206D}"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200">
                <a:solidFill>
                  <a:schemeClr val="bg1"/>
                </a:solidFill>
                <a:latin typeface="Verdana" pitchFamily="34" charset="0"/>
              </a:defRPr>
            </a:lvl1p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A126ED19-93A4-45AB-9AB4-151D3539CCFC}" type="datetimeFigureOut">
              <a:rPr lang="en-US" smtClean="0"/>
              <a:pPr/>
              <a:t>3/16/2012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05B254-F9CB-41C5-B120-F4B38BF2206D}"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26ED19-93A4-45AB-9AB4-151D3539CCFC}" type="datetimeFigureOut">
              <a:rPr lang="en-US" smtClean="0"/>
              <a:pPr/>
              <a:t>3/16/2012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05B254-F9CB-41C5-B120-F4B38BF2206D}"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1">
                <a:solidFill>
                  <a:schemeClr val="bg1"/>
                </a:solidFill>
                <a:latin typeface="Verdana"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latin typeface="Verdana" pitchFamily="34" charset="0"/>
              </a:defRPr>
            </a:lvl1pPr>
            <a:lvl2pPr>
              <a:defRPr sz="2800">
                <a:solidFill>
                  <a:schemeClr val="tx1">
                    <a:lumMod val="65000"/>
                    <a:lumOff val="35000"/>
                  </a:schemeClr>
                </a:solidFill>
                <a:latin typeface="Verdana" pitchFamily="34" charset="0"/>
              </a:defRPr>
            </a:lvl2pPr>
            <a:lvl3pPr>
              <a:defRPr sz="2400">
                <a:solidFill>
                  <a:schemeClr val="tx1">
                    <a:lumMod val="65000"/>
                    <a:lumOff val="35000"/>
                  </a:schemeClr>
                </a:solidFill>
                <a:latin typeface="Verdana" pitchFamily="34" charset="0"/>
              </a:defRPr>
            </a:lvl3pPr>
            <a:lvl4pPr>
              <a:defRPr sz="2000">
                <a:solidFill>
                  <a:schemeClr val="tx1">
                    <a:lumMod val="65000"/>
                    <a:lumOff val="35000"/>
                  </a:schemeClr>
                </a:solidFill>
                <a:latin typeface="Verdana" pitchFamily="34" charset="0"/>
              </a:defRPr>
            </a:lvl4pPr>
            <a:lvl5pPr>
              <a:defRPr sz="2000">
                <a:solidFill>
                  <a:schemeClr val="tx1">
                    <a:lumMod val="65000"/>
                    <a:lumOff val="35000"/>
                  </a:schemeClr>
                </a:solidFill>
                <a:latin typeface="Verdana" pitchFamily="34" charset="0"/>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normAutofit/>
          </a:bodyPr>
          <a:lstStyle>
            <a:lvl1pPr marL="0" indent="0">
              <a:buNone/>
              <a:defRPr sz="2000">
                <a:solidFill>
                  <a:schemeClr val="tx1">
                    <a:lumMod val="65000"/>
                    <a:lumOff val="35000"/>
                  </a:schemeClr>
                </a:solidFill>
                <a:latin typeface="Verdana"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Date Placeholder 4"/>
          <p:cNvSpPr>
            <a:spLocks noGrp="1"/>
          </p:cNvSpPr>
          <p:nvPr>
            <p:ph type="dt" sz="half" idx="10"/>
          </p:nvPr>
        </p:nvSpPr>
        <p:spPr/>
        <p:txBody>
          <a:bodyPr/>
          <a:lstStyle/>
          <a:p>
            <a:fld id="{A126ED19-93A4-45AB-9AB4-151D3539CCFC}" type="datetimeFigureOut">
              <a:rPr lang="en-US" smtClean="0"/>
              <a:pPr/>
              <a:t>3/16/2012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05B254-F9CB-41C5-B120-F4B38BF2206D}"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Verdana" pitchFamily="34" charset="0"/>
              </a:defRPr>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Verdana"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Date Placeholder 4"/>
          <p:cNvSpPr>
            <a:spLocks noGrp="1"/>
          </p:cNvSpPr>
          <p:nvPr>
            <p:ph type="dt" sz="half" idx="10"/>
          </p:nvPr>
        </p:nvSpPr>
        <p:spPr/>
        <p:txBody>
          <a:bodyPr/>
          <a:lstStyle/>
          <a:p>
            <a:fld id="{A126ED19-93A4-45AB-9AB4-151D3539CCFC}" type="datetimeFigureOut">
              <a:rPr lang="en-US" smtClean="0"/>
              <a:pPr/>
              <a:t>3/16/2012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05B254-F9CB-41C5-B120-F4B38BF2206D}"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200">
                <a:solidFill>
                  <a:schemeClr val="bg1"/>
                </a:solidFill>
                <a:latin typeface="Verdana" pitchFamily="34" charset="0"/>
              </a:defRPr>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126ED19-93A4-45AB-9AB4-151D3539CCFC}" type="datetimeFigureOut">
              <a:rPr lang="en-US" smtClean="0"/>
              <a:pPr/>
              <a:t>3/16/2012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05B254-F9CB-41C5-B120-F4B38BF2206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26ED19-93A4-45AB-9AB4-151D3539CCFC}" type="datetimeFigureOut">
              <a:rPr lang="en-US" smtClean="0"/>
              <a:pPr/>
              <a:t>3/16/2012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05B254-F9CB-41C5-B120-F4B38BF2206D}" type="slidenum">
              <a:rPr lang="en-US" smtClean="0"/>
              <a:pPr/>
              <a:t>‹#›</a:t>
            </a:fld>
            <a:endParaRPr lang="en-US"/>
          </a:p>
        </p:txBody>
      </p:sp>
      <p:sp>
        <p:nvSpPr>
          <p:cNvPr id="7" name="Rectangle 6"/>
          <p:cNvSpPr/>
          <p:nvPr userDrawn="1"/>
        </p:nvSpPr>
        <p:spPr>
          <a:xfrm>
            <a:off x="0" y="0"/>
            <a:ext cx="9144000" cy="1295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rot="16200000">
            <a:off x="-2781300" y="3771900"/>
            <a:ext cx="5867400" cy="304800"/>
          </a:xfrm>
          <a:prstGeom prst="rect">
            <a:avLst/>
          </a:prstGeom>
          <a:solidFill>
            <a:schemeClr val="accent6">
              <a:lumMod val="75000"/>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152400" y="1600200"/>
            <a:ext cx="228600" cy="4953000"/>
          </a:xfrm>
          <a:prstGeom prst="rect">
            <a:avLst/>
          </a:prstGeom>
          <a:solidFill>
            <a:schemeClr val="accent1">
              <a:lumMod val="20000"/>
              <a:lumOff val="80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9" r:id="rId2"/>
    <p:sldLayoutId id="2147483661" r:id="rId3"/>
    <p:sldLayoutId id="2147483660" r:id="rId4"/>
    <p:sldLayoutId id="2147483662" r:id="rId5"/>
    <p:sldLayoutId id="2147483663" r:id="rId6"/>
    <p:sldLayoutId id="2147483664" r:id="rId7"/>
    <p:sldLayoutId id="2147483665" r:id="rId8"/>
    <p:sldLayoutId id="2147483650" r:id="rId9"/>
    <p:sldLayoutId id="2147483651" r:id="rId10"/>
    <p:sldLayoutId id="2147483652" r:id="rId11"/>
    <p:sldLayoutId id="2147483653" r:id="rId12"/>
    <p:sldLayoutId id="2147483654" r:id="rId13"/>
    <p:sldLayoutId id="2147483655" r:id="rId14"/>
    <p:sldLayoutId id="2147483656" r:id="rId15"/>
    <p:sldLayoutId id="2147483657" r:id="rId16"/>
    <p:sldLayoutId id="2147483658" r:id="rId1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Wingdings" pitchFamily="2" charset="2"/>
        <a:buChar char="§"/>
        <a:defRPr sz="2400" kern="1200">
          <a:solidFill>
            <a:schemeClr val="tx1"/>
          </a:solidFill>
          <a:latin typeface="Verdana" pitchFamily="34"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Verdana" pitchFamily="34" charset="0"/>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Verdana" pitchFamily="34" charset="0"/>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8" Type="http://schemas.openxmlformats.org/officeDocument/2006/relationships/hyperlink" Target="http://www.w3schools.com/jsref/obj_screen.asp" TargetMode="External"/><Relationship Id="rId3" Type="http://schemas.openxmlformats.org/officeDocument/2006/relationships/hyperlink" Target="http://www.comptechdoc.org/independent/web/cgi/javamanual/javawindow.html" TargetMode="External"/><Relationship Id="rId7" Type="http://schemas.openxmlformats.org/officeDocument/2006/relationships/hyperlink" Target="http://www.comptechdoc.org/independent/web/cgi/javamanual/javadocument.html" TargetMode="External"/><Relationship Id="rId2" Type="http://schemas.openxmlformats.org/officeDocument/2006/relationships/hyperlink" Target="http://www.comptechdoc.org/independent/web/cgi/javamanual/javanavigator.html" TargetMode="External"/><Relationship Id="rId1" Type="http://schemas.openxmlformats.org/officeDocument/2006/relationships/slideLayout" Target="../slideLayouts/slideLayout9.xml"/><Relationship Id="rId6" Type="http://schemas.openxmlformats.org/officeDocument/2006/relationships/hyperlink" Target="http://www.comptechdoc.org/independent/web/cgi/javamanual/javaframe.html" TargetMode="External"/><Relationship Id="rId5" Type="http://schemas.openxmlformats.org/officeDocument/2006/relationships/hyperlink" Target="http://www.comptechdoc.org/independent/web/cgi/javamanual/javahistory.html" TargetMode="External"/><Relationship Id="rId4" Type="http://schemas.openxmlformats.org/officeDocument/2006/relationships/hyperlink" Target="http://www.comptechdoc.org/independent/web/cgi/javamanual/javalocation.html"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www.visibone.com/products/bbk12-13_850.jpg" TargetMode="External"/><Relationship Id="rId1" Type="http://schemas.openxmlformats.org/officeDocument/2006/relationships/slideLayout" Target="../slideLayouts/slideLayout9.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gif"/><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hyperlink" Target="http://www.daaq.net/old/javascript/index.php?page=the+js+bom" TargetMode="External"/><Relationship Id="rId2" Type="http://schemas.openxmlformats.org/officeDocument/2006/relationships/hyperlink" Target="http://www.comptechdoc.org/independent/web/cgi/javamanual/" TargetMode="External"/><Relationship Id="rId1" Type="http://schemas.openxmlformats.org/officeDocument/2006/relationships/slideLayout" Target="../slideLayouts/slideLayout9.xml"/><Relationship Id="rId5" Type="http://schemas.openxmlformats.org/officeDocument/2006/relationships/hyperlink" Target="http://www.w3schools.com/jsref/default.asp" TargetMode="External"/><Relationship Id="rId4" Type="http://schemas.openxmlformats.org/officeDocument/2006/relationships/hyperlink" Target="http://www.w3schools.com/jsref/dom_obj_document.asp"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239000" y="6096000"/>
            <a:ext cx="1676400" cy="646331"/>
          </a:xfrm>
          <a:prstGeom prst="rect">
            <a:avLst/>
          </a:prstGeom>
          <a:noFill/>
        </p:spPr>
        <p:txBody>
          <a:bodyPr wrap="square" rtlCol="0">
            <a:spAutoFit/>
          </a:bodyPr>
          <a:lstStyle/>
          <a:p>
            <a:endParaRPr lang="en-US" sz="1200" dirty="0" smtClean="0"/>
          </a:p>
          <a:p>
            <a:pPr algn="r"/>
            <a:r>
              <a:rPr lang="en-US" sz="1200" dirty="0" smtClean="0"/>
              <a:t>Petro </a:t>
            </a:r>
            <a:r>
              <a:rPr lang="en-US" sz="1200" dirty="0" err="1" smtClean="0"/>
              <a:t>Drogomyretskyi</a:t>
            </a:r>
            <a:endParaRPr lang="en-US" sz="1200" dirty="0" smtClean="0"/>
          </a:p>
          <a:p>
            <a:pPr algn="r"/>
            <a:r>
              <a:rPr lang="en-US" sz="1200" dirty="0" smtClean="0"/>
              <a:t>19/03/2012</a:t>
            </a:r>
            <a:endParaRPr lang="en-US" sz="1200" dirty="0"/>
          </a:p>
        </p:txBody>
      </p:sp>
      <p:sp>
        <p:nvSpPr>
          <p:cNvPr id="2" name="Subtitle 1"/>
          <p:cNvSpPr>
            <a:spLocks noGrp="1"/>
          </p:cNvSpPr>
          <p:nvPr>
            <p:ph type="subTitle" idx="1"/>
          </p:nvPr>
        </p:nvSpPr>
        <p:spPr>
          <a:xfrm>
            <a:off x="2133600" y="3962400"/>
            <a:ext cx="6858000" cy="1752600"/>
          </a:xfrm>
        </p:spPr>
        <p:txBody>
          <a:bodyPr/>
          <a:lstStyle/>
          <a:p>
            <a:r>
              <a:rPr lang="fr-FR" dirty="0"/>
              <a:t>JavaScript. </a:t>
            </a:r>
            <a:r>
              <a:rPr lang="fr-FR" dirty="0" smtClean="0"/>
              <a:t>BOM. DOM.</a:t>
            </a:r>
            <a:endParaRPr lang="en-US" dirty="0"/>
          </a:p>
        </p:txBody>
      </p:sp>
    </p:spTree>
  </p:cSld>
  <p:clrMapOvr>
    <a:masterClrMapping/>
  </p:clrMapOvr>
  <p:transition spd="slow">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6800" y="3352800"/>
            <a:ext cx="3733800" cy="189934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Title 1"/>
          <p:cNvSpPr>
            <a:spLocks noGrp="1"/>
          </p:cNvSpPr>
          <p:nvPr>
            <p:ph type="title"/>
          </p:nvPr>
        </p:nvSpPr>
        <p:spPr/>
        <p:txBody>
          <a:bodyPr/>
          <a:lstStyle/>
          <a:p>
            <a:pPr algn="ctr"/>
            <a:r>
              <a:rPr lang="en-US" dirty="0" smtClean="0"/>
              <a:t>Agenda</a:t>
            </a:r>
            <a:endParaRPr lang="en-US" dirty="0"/>
          </a:p>
        </p:txBody>
      </p:sp>
      <p:sp>
        <p:nvSpPr>
          <p:cNvPr id="3" name="Content Placeholder 2"/>
          <p:cNvSpPr>
            <a:spLocks noGrp="1"/>
          </p:cNvSpPr>
          <p:nvPr>
            <p:ph idx="1"/>
          </p:nvPr>
        </p:nvSpPr>
        <p:spPr>
          <a:xfrm>
            <a:off x="457200" y="1447800"/>
            <a:ext cx="8229600" cy="4678363"/>
          </a:xfrm>
        </p:spPr>
        <p:txBody>
          <a:bodyPr>
            <a:normAutofit/>
          </a:bodyPr>
          <a:lstStyle/>
          <a:p>
            <a:pPr marL="0" indent="0">
              <a:lnSpc>
                <a:spcPct val="150000"/>
              </a:lnSpc>
              <a:buNone/>
            </a:pPr>
            <a:endParaRPr lang="en-US" dirty="0" smtClean="0"/>
          </a:p>
          <a:p>
            <a:pPr marL="0" indent="0">
              <a:lnSpc>
                <a:spcPct val="150000"/>
              </a:lnSpc>
              <a:buNone/>
            </a:pPr>
            <a:r>
              <a:rPr lang="en-US" dirty="0" smtClean="0"/>
              <a:t>	1) Browser </a:t>
            </a:r>
            <a:r>
              <a:rPr lang="en-US" dirty="0"/>
              <a:t>Object Model (BOM</a:t>
            </a:r>
            <a:r>
              <a:rPr lang="en-US" dirty="0" smtClean="0"/>
              <a:t>)</a:t>
            </a:r>
          </a:p>
          <a:p>
            <a:pPr marL="0" indent="0">
              <a:lnSpc>
                <a:spcPct val="150000"/>
              </a:lnSpc>
              <a:buNone/>
            </a:pPr>
            <a:r>
              <a:rPr lang="en-US" dirty="0" smtClean="0"/>
              <a:t>	2)</a:t>
            </a:r>
            <a:r>
              <a:rPr lang="en-US" i="1" dirty="0" smtClean="0"/>
              <a:t> </a:t>
            </a:r>
            <a:r>
              <a:rPr lang="en-US" dirty="0" smtClean="0"/>
              <a:t>Document Object </a:t>
            </a:r>
            <a:r>
              <a:rPr lang="en-US" dirty="0"/>
              <a:t>Model </a:t>
            </a:r>
            <a:r>
              <a:rPr lang="en-US" dirty="0" smtClean="0"/>
              <a:t>(DOM)</a:t>
            </a:r>
          </a:p>
          <a:p>
            <a:pPr marL="0" indent="0">
              <a:lnSpc>
                <a:spcPct val="150000"/>
              </a:lnSpc>
              <a:buNone/>
            </a:pPr>
            <a:r>
              <a:rPr lang="en-US" dirty="0" smtClean="0"/>
              <a:t>	3) Summary</a:t>
            </a:r>
            <a:endParaRPr lang="en-US" dirty="0"/>
          </a:p>
        </p:txBody>
      </p:sp>
    </p:spTree>
    <p:extLst>
      <p:ext uri="{BB962C8B-B14F-4D97-AF65-F5344CB8AC3E}">
        <p14:creationId xmlns:p14="http://schemas.microsoft.com/office/powerpoint/2010/main" val="2187643432"/>
      </p:ext>
    </p:extLst>
  </p:cSld>
  <p:clrMapOvr>
    <a:masterClrMapping/>
  </p:clrMapOvr>
  <p:transition spd="slow">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6800" y="3352800"/>
            <a:ext cx="3733800" cy="189934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Title 1"/>
          <p:cNvSpPr>
            <a:spLocks noGrp="1"/>
          </p:cNvSpPr>
          <p:nvPr>
            <p:ph type="title"/>
          </p:nvPr>
        </p:nvSpPr>
        <p:spPr/>
        <p:txBody>
          <a:bodyPr/>
          <a:lstStyle/>
          <a:p>
            <a:pPr algn="ctr"/>
            <a:r>
              <a:rPr lang="en-US" dirty="0"/>
              <a:t>What is JavaScript BOM</a:t>
            </a:r>
            <a:endParaRPr lang="en-US" dirty="0"/>
          </a:p>
        </p:txBody>
      </p:sp>
      <p:sp>
        <p:nvSpPr>
          <p:cNvPr id="3" name="Content Placeholder 2"/>
          <p:cNvSpPr>
            <a:spLocks noGrp="1"/>
          </p:cNvSpPr>
          <p:nvPr>
            <p:ph idx="1"/>
          </p:nvPr>
        </p:nvSpPr>
        <p:spPr>
          <a:xfrm>
            <a:off x="457200" y="1447800"/>
            <a:ext cx="8229600" cy="4678363"/>
          </a:xfrm>
        </p:spPr>
        <p:txBody>
          <a:bodyPr>
            <a:normAutofit/>
          </a:bodyPr>
          <a:lstStyle/>
          <a:p>
            <a:pPr marL="0" indent="0" algn="just">
              <a:lnSpc>
                <a:spcPct val="150000"/>
              </a:lnSpc>
              <a:buNone/>
            </a:pPr>
            <a:r>
              <a:rPr lang="en-US" dirty="0" smtClean="0"/>
              <a:t>* The </a:t>
            </a:r>
            <a:r>
              <a:rPr lang="en-US" b="1" dirty="0"/>
              <a:t>Browser Object Model (BOM)</a:t>
            </a:r>
            <a:r>
              <a:rPr lang="en-US" dirty="0"/>
              <a:t> is a browser-specific convention referring to all the objects exposed by the web browser. </a:t>
            </a:r>
            <a:endParaRPr lang="en-US" dirty="0" smtClean="0"/>
          </a:p>
          <a:p>
            <a:pPr marL="0" indent="0" algn="just">
              <a:lnSpc>
                <a:spcPct val="150000"/>
              </a:lnSpc>
              <a:buNone/>
            </a:pPr>
            <a:endParaRPr lang="en-US" dirty="0" smtClean="0"/>
          </a:p>
          <a:p>
            <a:pPr marL="0" indent="0" algn="just">
              <a:lnSpc>
                <a:spcPct val="150000"/>
              </a:lnSpc>
              <a:buNone/>
            </a:pPr>
            <a:r>
              <a:rPr lang="en-US" i="1" dirty="0" smtClean="0"/>
              <a:t>* </a:t>
            </a:r>
            <a:r>
              <a:rPr lang="en-US" b="1" dirty="0" smtClean="0"/>
              <a:t>Browser </a:t>
            </a:r>
            <a:r>
              <a:rPr lang="en-US" b="1" dirty="0"/>
              <a:t>Object Model (BOM):</a:t>
            </a:r>
            <a:r>
              <a:rPr lang="en-US" dirty="0"/>
              <a:t> the collection of objects that define the browser window and its contents for the browser software</a:t>
            </a:r>
            <a:endParaRPr lang="en-US" b="1" dirty="0"/>
          </a:p>
        </p:txBody>
      </p:sp>
    </p:spTree>
    <p:extLst>
      <p:ext uri="{BB962C8B-B14F-4D97-AF65-F5344CB8AC3E}">
        <p14:creationId xmlns:p14="http://schemas.microsoft.com/office/powerpoint/2010/main" val="3320113738"/>
      </p:ext>
    </p:extLst>
  </p:cSld>
  <p:clrMapOvr>
    <a:masterClrMapping/>
  </p:clrMapOvr>
  <p:transition spd="slow">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What is </a:t>
            </a:r>
            <a:r>
              <a:rPr lang="en-US" dirty="0" smtClean="0"/>
              <a:t>JavaScript BOM</a:t>
            </a:r>
            <a:endParaRPr lang="en-US" dirty="0"/>
          </a:p>
        </p:txBody>
      </p:sp>
      <p:pic>
        <p:nvPicPr>
          <p:cNvPr id="1027" name="Picture 3" descr="C:\Users\pdrogom\Desktop\js_bom_hierarchy.gi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00200" y="1314450"/>
            <a:ext cx="5543550" cy="5543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3991067"/>
      </p:ext>
    </p:extLst>
  </p:cSld>
  <p:clrMapOvr>
    <a:masterClrMapping/>
  </p:clrMapOvr>
  <p:transition spd="slow">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6800" y="3352800"/>
            <a:ext cx="3733800" cy="189934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Title 1"/>
          <p:cNvSpPr>
            <a:spLocks noGrp="1"/>
          </p:cNvSpPr>
          <p:nvPr>
            <p:ph type="title"/>
          </p:nvPr>
        </p:nvSpPr>
        <p:spPr/>
        <p:txBody>
          <a:bodyPr/>
          <a:lstStyle/>
          <a:p>
            <a:pPr algn="ctr"/>
            <a:r>
              <a:rPr lang="en-US" dirty="0" smtClean="0"/>
              <a:t>BOM elements</a:t>
            </a:r>
            <a:endParaRPr lang="en-US" dirty="0"/>
          </a:p>
        </p:txBody>
      </p:sp>
      <p:sp>
        <p:nvSpPr>
          <p:cNvPr id="3" name="Content Placeholder 2"/>
          <p:cNvSpPr>
            <a:spLocks noGrp="1"/>
          </p:cNvSpPr>
          <p:nvPr>
            <p:ph idx="1"/>
          </p:nvPr>
        </p:nvSpPr>
        <p:spPr>
          <a:xfrm>
            <a:off x="457200" y="1447800"/>
            <a:ext cx="8229600" cy="4678363"/>
          </a:xfrm>
        </p:spPr>
        <p:txBody>
          <a:bodyPr>
            <a:normAutofit fontScale="55000" lnSpcReduction="20000"/>
          </a:bodyPr>
          <a:lstStyle/>
          <a:p>
            <a:pPr marL="274320" algn="just">
              <a:lnSpc>
                <a:spcPct val="170000"/>
              </a:lnSpc>
              <a:buFont typeface="Wingdings" pitchFamily="2" charset="2"/>
              <a:buChar char="v"/>
            </a:pPr>
            <a:r>
              <a:rPr lang="en-US" i="1" u="sng" dirty="0"/>
              <a:t>window</a:t>
            </a:r>
            <a:r>
              <a:rPr lang="en-US" dirty="0"/>
              <a:t> - </a:t>
            </a:r>
            <a:r>
              <a:rPr lang="en-US" dirty="0" smtClean="0"/>
              <a:t>When you run JavaScript in a web browser all the variables and   functions you create will be properties and methods of the window object.</a:t>
            </a:r>
            <a:endParaRPr lang="en-US" dirty="0"/>
          </a:p>
          <a:p>
            <a:pPr marL="274320" algn="just">
              <a:lnSpc>
                <a:spcPct val="170000"/>
              </a:lnSpc>
              <a:buFont typeface="Wingdings" pitchFamily="2" charset="2"/>
              <a:buChar char="v"/>
            </a:pPr>
            <a:r>
              <a:rPr lang="en-US" i="1" u="sng" dirty="0" smtClean="0"/>
              <a:t>history </a:t>
            </a:r>
            <a:r>
              <a:rPr lang="en-US" dirty="0" smtClean="0"/>
              <a:t>  </a:t>
            </a:r>
            <a:r>
              <a:rPr lang="en-US" dirty="0"/>
              <a:t>- This object is not as useful as you would expect as you can't actually access what pages are stored there, just how many.</a:t>
            </a:r>
          </a:p>
          <a:p>
            <a:pPr marL="274320" algn="just">
              <a:lnSpc>
                <a:spcPct val="170000"/>
              </a:lnSpc>
              <a:buFont typeface="Wingdings" pitchFamily="2" charset="2"/>
              <a:buChar char="v"/>
            </a:pPr>
            <a:r>
              <a:rPr lang="en-US" i="1" u="sng" dirty="0" smtClean="0"/>
              <a:t>location</a:t>
            </a:r>
            <a:r>
              <a:rPr lang="en-US" dirty="0" smtClean="0"/>
              <a:t> </a:t>
            </a:r>
            <a:r>
              <a:rPr lang="en-US" dirty="0"/>
              <a:t>- This object both allows you to check on what address has been passed to the current page but also to load a new page into the browser.</a:t>
            </a:r>
          </a:p>
          <a:p>
            <a:pPr marL="274320" algn="just">
              <a:lnSpc>
                <a:spcPct val="170000"/>
              </a:lnSpc>
              <a:buFont typeface="Wingdings" pitchFamily="2" charset="2"/>
              <a:buChar char="v"/>
            </a:pPr>
            <a:r>
              <a:rPr lang="en-US" i="1" u="sng" dirty="0" smtClean="0"/>
              <a:t>navigator</a:t>
            </a:r>
            <a:r>
              <a:rPr lang="en-US" dirty="0" smtClean="0"/>
              <a:t> </a:t>
            </a:r>
            <a:r>
              <a:rPr lang="en-US" dirty="0"/>
              <a:t>- This is perhaps the least useful part of the browser object model. About the most useful information that it can provide is the language your visitor's browser uses.</a:t>
            </a:r>
          </a:p>
          <a:p>
            <a:pPr marL="274320" algn="just">
              <a:lnSpc>
                <a:spcPct val="170000"/>
              </a:lnSpc>
              <a:buFont typeface="Wingdings" pitchFamily="2" charset="2"/>
              <a:buChar char="v"/>
            </a:pPr>
            <a:r>
              <a:rPr lang="en-US" i="1" u="sng" dirty="0" smtClean="0"/>
              <a:t>document</a:t>
            </a:r>
            <a:r>
              <a:rPr lang="en-US" dirty="0" smtClean="0"/>
              <a:t> </a:t>
            </a:r>
            <a:r>
              <a:rPr lang="en-US" dirty="0"/>
              <a:t>object is perhaps the most important object in the Browser Object Model. It is also a major sticking point in the writing of JavaScript programs</a:t>
            </a:r>
            <a:r>
              <a:rPr lang="en-US" dirty="0" smtClean="0"/>
              <a:t>.</a:t>
            </a:r>
          </a:p>
          <a:p>
            <a:pPr marL="274320" algn="just">
              <a:lnSpc>
                <a:spcPct val="170000"/>
              </a:lnSpc>
              <a:buFont typeface="Wingdings" pitchFamily="2" charset="2"/>
              <a:buChar char="v"/>
            </a:pPr>
            <a:r>
              <a:rPr lang="en-US" i="1" u="sng" dirty="0"/>
              <a:t>screen</a:t>
            </a:r>
            <a:r>
              <a:rPr lang="en-US" dirty="0"/>
              <a:t> object contains information about the display properties of the computer being used to view the page. It can be used to determine the abilities of the display so that the page can be modified for different displays if necessary. </a:t>
            </a:r>
            <a:endParaRPr lang="uk-UA" dirty="0"/>
          </a:p>
        </p:txBody>
      </p:sp>
    </p:spTree>
    <p:extLst>
      <p:ext uri="{BB962C8B-B14F-4D97-AF65-F5344CB8AC3E}">
        <p14:creationId xmlns:p14="http://schemas.microsoft.com/office/powerpoint/2010/main" val="2761163359"/>
      </p:ext>
    </p:extLst>
  </p:cSld>
  <p:clrMapOvr>
    <a:masterClrMapping/>
  </p:clrMapOvr>
  <p:transition spd="slow">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Relationships</a:t>
            </a:r>
            <a:endParaRPr lang="en-US" dirty="0"/>
          </a:p>
        </p:txBody>
      </p:sp>
      <p:pic>
        <p:nvPicPr>
          <p:cNvPr id="7" name="Рисунок 5" descr="windows.png"/>
          <p:cNvPicPr>
            <a:picLocks noGrp="1" noChangeAspect="1"/>
          </p:cNvPicPr>
          <p:nvPr>
            <p:ph idx="1"/>
          </p:nvPr>
        </p:nvPicPr>
        <p:blipFill>
          <a:blip r:embed="rId2" cstate="print"/>
          <a:stretch>
            <a:fillRect/>
          </a:stretch>
        </p:blipFill>
        <p:spPr>
          <a:xfrm>
            <a:off x="1219200" y="1600200"/>
            <a:ext cx="7329958" cy="4520314"/>
          </a:xfrm>
          <a:prstGeom prst="rect">
            <a:avLst/>
          </a:prstGeom>
        </p:spPr>
      </p:pic>
    </p:spTree>
    <p:extLst>
      <p:ext uri="{BB962C8B-B14F-4D97-AF65-F5344CB8AC3E}">
        <p14:creationId xmlns:p14="http://schemas.microsoft.com/office/powerpoint/2010/main" val="1695417193"/>
      </p:ext>
    </p:extLst>
  </p:cSld>
  <p:clrMapOvr>
    <a:masterClrMapping/>
  </p:clrMapOvr>
  <p:transition spd="slow">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Details</a:t>
            </a:r>
            <a:endParaRPr lang="en-US"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52600" y="1307874"/>
            <a:ext cx="5309472" cy="5473925"/>
          </a:xfrm>
          <a:prstGeom prst="rect">
            <a:avLst/>
          </a:prstGeom>
        </p:spPr>
      </p:pic>
    </p:spTree>
    <p:extLst>
      <p:ext uri="{BB962C8B-B14F-4D97-AF65-F5344CB8AC3E}">
        <p14:creationId xmlns:p14="http://schemas.microsoft.com/office/powerpoint/2010/main" val="3514785091"/>
      </p:ext>
    </p:extLst>
  </p:cSld>
  <p:clrMapOvr>
    <a:masterClrMapping/>
  </p:clrMapOvr>
  <p:transition spd="slow">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More details</a:t>
            </a:r>
            <a:endParaRPr lang="en-US" dirty="0"/>
          </a:p>
        </p:txBody>
      </p:sp>
      <p:sp>
        <p:nvSpPr>
          <p:cNvPr id="8" name="Content Placeholder 7"/>
          <p:cNvSpPr>
            <a:spLocks noGrp="1"/>
          </p:cNvSpPr>
          <p:nvPr>
            <p:ph idx="1"/>
          </p:nvPr>
        </p:nvSpPr>
        <p:spPr>
          <a:xfrm>
            <a:off x="457200" y="1295400"/>
            <a:ext cx="8458200" cy="5029200"/>
          </a:xfrm>
        </p:spPr>
        <p:txBody>
          <a:bodyPr>
            <a:normAutofit fontScale="92500" lnSpcReduction="20000"/>
          </a:bodyPr>
          <a:lstStyle/>
          <a:p>
            <a:endParaRPr lang="en-US" sz="1800" dirty="0" smtClean="0"/>
          </a:p>
          <a:p>
            <a:r>
              <a:rPr lang="en-US" sz="1800" b="1" dirty="0" smtClean="0"/>
              <a:t>navigator</a:t>
            </a:r>
            <a:r>
              <a:rPr lang="en-US" sz="1800" dirty="0" smtClean="0"/>
              <a:t> </a:t>
            </a:r>
            <a:r>
              <a:rPr lang="en-US" sz="1800" dirty="0"/>
              <a:t>objects (properties, methods, events,…)</a:t>
            </a:r>
          </a:p>
          <a:p>
            <a:pPr marL="457200" lvl="1" indent="0">
              <a:buNone/>
            </a:pPr>
            <a:r>
              <a:rPr lang="en-US" sz="1400" dirty="0">
                <a:hlinkClick r:id="rId2"/>
              </a:rPr>
              <a:t>http://</a:t>
            </a:r>
            <a:r>
              <a:rPr lang="en-US" sz="1400" dirty="0" smtClean="0">
                <a:hlinkClick r:id="rId2"/>
              </a:rPr>
              <a:t>www.comptechdoc.org/independent/web/cgi/javamanual/javanavigator.html</a:t>
            </a:r>
            <a:r>
              <a:rPr lang="en-US" sz="1400" dirty="0" smtClean="0"/>
              <a:t>  </a:t>
            </a:r>
          </a:p>
          <a:p>
            <a:pPr marL="457200" lvl="1" indent="0">
              <a:buNone/>
            </a:pPr>
            <a:endParaRPr lang="en-US" sz="1400" dirty="0"/>
          </a:p>
          <a:p>
            <a:r>
              <a:rPr lang="en-US" sz="1800" b="1" dirty="0"/>
              <a:t>window</a:t>
            </a:r>
            <a:r>
              <a:rPr lang="en-US" sz="1800" dirty="0"/>
              <a:t> objects (properties, methods, events,…)</a:t>
            </a:r>
          </a:p>
          <a:p>
            <a:pPr marL="457200" lvl="1" indent="0">
              <a:buNone/>
            </a:pPr>
            <a:r>
              <a:rPr lang="en-US" sz="1400" dirty="0">
                <a:hlinkClick r:id="rId3"/>
              </a:rPr>
              <a:t>http://www.comptechdoc.org/independent/web/cgi/javamanual/javawindow.html</a:t>
            </a:r>
            <a:r>
              <a:rPr lang="en-US" sz="1400" dirty="0"/>
              <a:t> </a:t>
            </a:r>
          </a:p>
          <a:p>
            <a:pPr marL="457200" lvl="1" indent="0">
              <a:buNone/>
            </a:pPr>
            <a:endParaRPr lang="en-US" sz="1400" dirty="0"/>
          </a:p>
          <a:p>
            <a:r>
              <a:rPr lang="en-US" sz="1800" b="1" dirty="0"/>
              <a:t>location</a:t>
            </a:r>
            <a:r>
              <a:rPr lang="en-US" sz="1800" dirty="0"/>
              <a:t> objects </a:t>
            </a:r>
            <a:r>
              <a:rPr lang="en-US" sz="1800" dirty="0"/>
              <a:t>(properties, methods, </a:t>
            </a:r>
            <a:r>
              <a:rPr lang="en-US" sz="1800" dirty="0"/>
              <a:t>events,…)</a:t>
            </a:r>
            <a:endParaRPr lang="en-US" sz="1800" dirty="0"/>
          </a:p>
          <a:p>
            <a:pPr marL="457200" lvl="1" indent="0">
              <a:buNone/>
            </a:pPr>
            <a:r>
              <a:rPr lang="en-US" sz="1400" dirty="0">
                <a:hlinkClick r:id="rId4"/>
              </a:rPr>
              <a:t>http://</a:t>
            </a:r>
            <a:r>
              <a:rPr lang="en-US" sz="1400" dirty="0" smtClean="0">
                <a:hlinkClick r:id="rId4"/>
              </a:rPr>
              <a:t>www.comptechdoc.org/independent/web/cgi/javamanual/javalocation.html</a:t>
            </a:r>
            <a:r>
              <a:rPr lang="en-US" sz="1400" dirty="0" smtClean="0"/>
              <a:t>  </a:t>
            </a:r>
          </a:p>
          <a:p>
            <a:pPr marL="457200" lvl="1" indent="0">
              <a:buNone/>
            </a:pPr>
            <a:endParaRPr lang="en-US" sz="1400" dirty="0"/>
          </a:p>
          <a:p>
            <a:r>
              <a:rPr lang="en-US" sz="1800" b="1" dirty="0"/>
              <a:t>history</a:t>
            </a:r>
            <a:r>
              <a:rPr lang="en-US" sz="1800" dirty="0"/>
              <a:t> objects </a:t>
            </a:r>
            <a:r>
              <a:rPr lang="en-US" sz="1800" dirty="0"/>
              <a:t>(properties, methods, </a:t>
            </a:r>
            <a:r>
              <a:rPr lang="en-US" sz="1800" dirty="0"/>
              <a:t>events,…)</a:t>
            </a:r>
            <a:endParaRPr lang="en-US" sz="1800" dirty="0"/>
          </a:p>
          <a:p>
            <a:pPr marL="457200" lvl="1" indent="0">
              <a:buNone/>
            </a:pPr>
            <a:r>
              <a:rPr lang="en-US" sz="1400" dirty="0">
                <a:hlinkClick r:id="rId5"/>
              </a:rPr>
              <a:t>http://</a:t>
            </a:r>
            <a:r>
              <a:rPr lang="en-US" sz="1400" dirty="0" smtClean="0">
                <a:hlinkClick r:id="rId5"/>
              </a:rPr>
              <a:t>www.comptechdoc.org/independent/web/cgi/javamanual/javahistory.html</a:t>
            </a:r>
            <a:r>
              <a:rPr lang="en-US" sz="1400" dirty="0" smtClean="0"/>
              <a:t>  </a:t>
            </a:r>
          </a:p>
          <a:p>
            <a:pPr marL="457200" lvl="1" indent="0">
              <a:buNone/>
            </a:pPr>
            <a:endParaRPr lang="en-US" sz="1400" dirty="0"/>
          </a:p>
          <a:p>
            <a:r>
              <a:rPr lang="en-US" sz="1800" b="1" dirty="0"/>
              <a:t>frame</a:t>
            </a:r>
            <a:r>
              <a:rPr lang="en-US" sz="1800" dirty="0"/>
              <a:t> objects </a:t>
            </a:r>
            <a:r>
              <a:rPr lang="en-US" sz="1800" dirty="0"/>
              <a:t>(properties, methods, </a:t>
            </a:r>
            <a:r>
              <a:rPr lang="en-US" sz="1800" dirty="0"/>
              <a:t>events,…)</a:t>
            </a:r>
            <a:endParaRPr lang="en-US" sz="1800" dirty="0"/>
          </a:p>
          <a:p>
            <a:pPr marL="457200" lvl="1" indent="0">
              <a:buNone/>
            </a:pPr>
            <a:r>
              <a:rPr lang="en-US" sz="1400" dirty="0">
                <a:hlinkClick r:id="rId6"/>
              </a:rPr>
              <a:t>http://</a:t>
            </a:r>
            <a:r>
              <a:rPr lang="en-US" sz="1400" dirty="0" smtClean="0">
                <a:hlinkClick r:id="rId6"/>
              </a:rPr>
              <a:t>www.comptechdoc.org/independent/web/cgi/javamanual/javaframe.html</a:t>
            </a:r>
            <a:r>
              <a:rPr lang="en-US" sz="1400" dirty="0" smtClean="0"/>
              <a:t>  </a:t>
            </a:r>
          </a:p>
          <a:p>
            <a:pPr marL="457200" lvl="1" indent="0">
              <a:buNone/>
            </a:pPr>
            <a:endParaRPr lang="en-US" sz="1400" dirty="0"/>
          </a:p>
          <a:p>
            <a:r>
              <a:rPr lang="en-US" sz="1800" b="1" dirty="0"/>
              <a:t>document</a:t>
            </a:r>
            <a:r>
              <a:rPr lang="en-US" sz="1800" dirty="0"/>
              <a:t> objects (properties, methods, events,…)</a:t>
            </a:r>
          </a:p>
          <a:p>
            <a:pPr marL="457200" lvl="1" indent="0">
              <a:buNone/>
            </a:pPr>
            <a:r>
              <a:rPr lang="en-US" sz="1400" dirty="0">
                <a:hlinkClick r:id="rId7"/>
              </a:rPr>
              <a:t>http://www.comptechdoc.org/independent/web/cgi/javamanual/javadocument.html</a:t>
            </a:r>
            <a:r>
              <a:rPr lang="en-US" sz="1400" dirty="0"/>
              <a:t>  </a:t>
            </a:r>
            <a:endParaRPr lang="en-US" sz="1400" dirty="0" smtClean="0"/>
          </a:p>
          <a:p>
            <a:pPr marL="457200" lvl="1" indent="0">
              <a:buNone/>
            </a:pPr>
            <a:endParaRPr lang="en-US" sz="1400" dirty="0"/>
          </a:p>
          <a:p>
            <a:r>
              <a:rPr lang="en-US" sz="1800" b="1" dirty="0" smtClean="0"/>
              <a:t>screen</a:t>
            </a:r>
            <a:r>
              <a:rPr lang="en-US" sz="1800" dirty="0" smtClean="0"/>
              <a:t> objects </a:t>
            </a:r>
            <a:r>
              <a:rPr lang="en-US" sz="1800" dirty="0"/>
              <a:t>(properties, methods, events,…)</a:t>
            </a:r>
          </a:p>
          <a:p>
            <a:pPr marL="457200" lvl="1" indent="0">
              <a:buNone/>
            </a:pPr>
            <a:r>
              <a:rPr lang="en-US" sz="1400" dirty="0">
                <a:hlinkClick r:id="rId8"/>
              </a:rPr>
              <a:t>http://</a:t>
            </a:r>
            <a:r>
              <a:rPr lang="en-US" sz="1400" dirty="0" smtClean="0">
                <a:hlinkClick r:id="rId8"/>
              </a:rPr>
              <a:t>www.w3schools.com/jsref/obj_screen.asp</a:t>
            </a:r>
            <a:r>
              <a:rPr lang="en-US" sz="1400" dirty="0" smtClean="0"/>
              <a:t>   </a:t>
            </a:r>
            <a:endParaRPr lang="en-US" sz="1400" dirty="0"/>
          </a:p>
          <a:p>
            <a:endParaRPr lang="en-US" dirty="0" smtClean="0"/>
          </a:p>
        </p:txBody>
      </p:sp>
    </p:spTree>
    <p:extLst>
      <p:ext uri="{BB962C8B-B14F-4D97-AF65-F5344CB8AC3E}">
        <p14:creationId xmlns:p14="http://schemas.microsoft.com/office/powerpoint/2010/main" val="3455704664"/>
      </p:ext>
    </p:extLst>
  </p:cSld>
  <p:clrMapOvr>
    <a:masterClrMapping/>
  </p:clrMapOvr>
  <p:transition spd="slow">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125" y="2971800"/>
            <a:ext cx="4857750" cy="309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normAutofit/>
          </a:bodyPr>
          <a:lstStyle/>
          <a:p>
            <a:pPr algn="ctr"/>
            <a:r>
              <a:rPr lang="en-US" dirty="0" smtClean="0"/>
              <a:t>Examples</a:t>
            </a:r>
            <a:endParaRPr lang="en-US" dirty="0"/>
          </a:p>
        </p:txBody>
      </p:sp>
      <p:sp>
        <p:nvSpPr>
          <p:cNvPr id="3" name="Content Placeholder 2"/>
          <p:cNvSpPr>
            <a:spLocks noGrp="1"/>
          </p:cNvSpPr>
          <p:nvPr>
            <p:ph idx="1"/>
          </p:nvPr>
        </p:nvSpPr>
        <p:spPr>
          <a:xfrm>
            <a:off x="457200" y="1447800"/>
            <a:ext cx="8229600" cy="4678363"/>
          </a:xfrm>
        </p:spPr>
        <p:txBody>
          <a:bodyPr>
            <a:normAutofit/>
          </a:bodyPr>
          <a:lstStyle/>
          <a:p>
            <a:pPr marL="0" indent="0" algn="ctr">
              <a:buNone/>
            </a:pPr>
            <a:endParaRPr lang="en-US" sz="3600" dirty="0" smtClean="0">
              <a:solidFill>
                <a:schemeClr val="tx2">
                  <a:lumMod val="60000"/>
                  <a:lumOff val="40000"/>
                </a:schemeClr>
              </a:solidFill>
            </a:endParaRPr>
          </a:p>
          <a:p>
            <a:pPr marL="0" indent="0" algn="ctr">
              <a:buNone/>
            </a:pPr>
            <a:r>
              <a:rPr lang="en-US" sz="3600" dirty="0" smtClean="0">
                <a:solidFill>
                  <a:schemeClr val="tx2">
                    <a:lumMod val="60000"/>
                    <a:lumOff val="40000"/>
                  </a:schemeClr>
                </a:solidFill>
              </a:rPr>
              <a:t>Let us see how it works!</a:t>
            </a:r>
            <a:endParaRPr lang="en-US" sz="3600" dirty="0" smtClean="0">
              <a:solidFill>
                <a:schemeClr val="tx2">
                  <a:lumMod val="60000"/>
                  <a:lumOff val="40000"/>
                </a:schemeClr>
              </a:solidFill>
            </a:endParaRPr>
          </a:p>
        </p:txBody>
      </p:sp>
    </p:spTree>
    <p:extLst>
      <p:ext uri="{BB962C8B-B14F-4D97-AF65-F5344CB8AC3E}">
        <p14:creationId xmlns:p14="http://schemas.microsoft.com/office/powerpoint/2010/main" val="2496859756"/>
      </p:ext>
    </p:extLst>
  </p:cSld>
  <p:clrMapOvr>
    <a:masterClrMapping/>
  </p:clrMapOvr>
  <p:transition spd="slow">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The Document Object Model</a:t>
            </a:r>
            <a:endParaRPr lang="en-US" dirty="0"/>
          </a:p>
        </p:txBody>
      </p:sp>
      <p:sp>
        <p:nvSpPr>
          <p:cNvPr id="3" name="Content Placeholder 2"/>
          <p:cNvSpPr>
            <a:spLocks noGrp="1"/>
          </p:cNvSpPr>
          <p:nvPr>
            <p:ph idx="1"/>
          </p:nvPr>
        </p:nvSpPr>
        <p:spPr>
          <a:xfrm>
            <a:off x="457200" y="1447800"/>
            <a:ext cx="8229600" cy="4678363"/>
          </a:xfrm>
        </p:spPr>
        <p:txBody>
          <a:bodyPr>
            <a:normAutofit/>
          </a:bodyPr>
          <a:lstStyle/>
          <a:p>
            <a:pPr marL="0" indent="0" algn="just">
              <a:buNone/>
            </a:pPr>
            <a:r>
              <a:rPr lang="en-US" sz="1600" dirty="0" smtClean="0"/>
              <a:t>	This </a:t>
            </a:r>
            <a:r>
              <a:rPr lang="en-US" sz="1600" dirty="0"/>
              <a:t>is the part of JavaScript that allows the script to actually interact with the content of the web page itself. It works by mapping the tags and text within the page to nodes and </a:t>
            </a:r>
            <a:r>
              <a:rPr lang="en-US" sz="1600" dirty="0" err="1"/>
              <a:t>nodelists</a:t>
            </a:r>
            <a:r>
              <a:rPr lang="en-US" sz="1600" dirty="0"/>
              <a:t> accessible within the JavaScript.</a:t>
            </a:r>
            <a:endParaRPr lang="uk-UA" sz="1600" dirty="0"/>
          </a:p>
          <a:p>
            <a:pPr marL="0" indent="0" algn="ctr">
              <a:buNone/>
            </a:pPr>
            <a:endParaRPr lang="en-US" sz="1600" dirty="0" smtClean="0">
              <a:solidFill>
                <a:schemeClr val="tx2">
                  <a:lumMod val="60000"/>
                  <a:lumOff val="40000"/>
                </a:schemeClr>
              </a:solidFill>
            </a:endParaRPr>
          </a:p>
          <a:p>
            <a:pPr marL="0" indent="0" algn="ctr">
              <a:buNone/>
            </a:pPr>
            <a:endParaRPr lang="en-US" sz="1600" dirty="0">
              <a:solidFill>
                <a:schemeClr val="tx2">
                  <a:lumMod val="60000"/>
                  <a:lumOff val="40000"/>
                </a:schemeClr>
              </a:solidFill>
            </a:endParaRPr>
          </a:p>
          <a:p>
            <a:pPr marL="0" indent="0" algn="just">
              <a:buNone/>
            </a:pPr>
            <a:r>
              <a:rPr lang="en-US" sz="1600" dirty="0" smtClean="0"/>
              <a:t>	The </a:t>
            </a:r>
            <a:r>
              <a:rPr lang="en-US" sz="1600" dirty="0"/>
              <a:t>DOM maps out an entire page as a document composed of a hierarchy of nodes like a tree structure and using the DOMAPI nodes can be removed, added, and replaced.</a:t>
            </a:r>
            <a:endParaRPr lang="uk-UA" sz="1600" dirty="0"/>
          </a:p>
          <a:p>
            <a:pPr marL="0" indent="0" algn="ctr">
              <a:buNone/>
            </a:pPr>
            <a:endParaRPr lang="en-US" sz="1600" dirty="0" smtClean="0">
              <a:solidFill>
                <a:schemeClr val="tx2">
                  <a:lumMod val="60000"/>
                  <a:lumOff val="40000"/>
                </a:schemeClr>
              </a:solidFill>
            </a:endParaRPr>
          </a:p>
        </p:txBody>
      </p:sp>
      <p:sp>
        <p:nvSpPr>
          <p:cNvPr id="5" name="TextBox 5"/>
          <p:cNvSpPr txBox="1">
            <a:spLocks noChangeArrowheads="1"/>
          </p:cNvSpPr>
          <p:nvPr/>
        </p:nvSpPr>
        <p:spPr bwMode="auto">
          <a:xfrm>
            <a:off x="1357290" y="4286256"/>
            <a:ext cx="2343170" cy="1468094"/>
          </a:xfrm>
          <a:prstGeom prst="rect">
            <a:avLst/>
          </a:prstGeom>
          <a:noFill/>
          <a:ln w="9525">
            <a:noFill/>
            <a:miter lim="800000"/>
            <a:headEnd/>
            <a:tailEnd/>
          </a:ln>
        </p:spPr>
        <p:txBody>
          <a:bodyPr wrap="square" lIns="82296" tIns="41148" rIns="82296" bIns="41148">
            <a:spAutoFit/>
          </a:bodyPr>
          <a:lstStyle/>
          <a:p>
            <a:pPr>
              <a:lnSpc>
                <a:spcPct val="150000"/>
              </a:lnSpc>
              <a:buFont typeface="Wingdings" pitchFamily="2" charset="2"/>
              <a:buChar char="ü"/>
            </a:pPr>
            <a:r>
              <a:rPr lang="en-US" sz="2000" i="1" dirty="0" smtClean="0"/>
              <a:t>  DOM level 1</a:t>
            </a:r>
          </a:p>
          <a:p>
            <a:pPr>
              <a:lnSpc>
                <a:spcPct val="150000"/>
              </a:lnSpc>
              <a:buFont typeface="Wingdings" pitchFamily="2" charset="2"/>
              <a:buChar char="ü"/>
            </a:pPr>
            <a:r>
              <a:rPr lang="en-US" sz="2000" i="1" dirty="0" smtClean="0"/>
              <a:t>  DOM Level 2</a:t>
            </a:r>
          </a:p>
          <a:p>
            <a:pPr>
              <a:lnSpc>
                <a:spcPct val="150000"/>
              </a:lnSpc>
              <a:buFont typeface="Wingdings" pitchFamily="2" charset="2"/>
              <a:buChar char="ü"/>
            </a:pPr>
            <a:r>
              <a:rPr lang="en-US" sz="2000" i="1" dirty="0" smtClean="0"/>
              <a:t>  DOM Level 3</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3440503"/>
            <a:ext cx="4591050" cy="2754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4111631"/>
      </p:ext>
    </p:extLst>
  </p:cSld>
  <p:clrMapOvr>
    <a:masterClrMapping/>
  </p:clrMapOvr>
  <p:transition spd="slow">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t>DOM tree</a:t>
            </a:r>
            <a:endParaRPr lang="en-US" dirty="0"/>
          </a:p>
        </p:txBody>
      </p:sp>
      <p:pic>
        <p:nvPicPr>
          <p:cNvPr id="205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321692"/>
            <a:ext cx="5410200" cy="5317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5337181"/>
      </p:ext>
    </p:extLst>
  </p:cSld>
  <p:clrMapOvr>
    <a:masterClrMapping/>
  </p:clrMapOvr>
  <p:transition spd="slow">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t>“Nodes” man</a:t>
            </a:r>
            <a:endParaRPr lang="en-US"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5002" y="1351409"/>
            <a:ext cx="5692503" cy="2519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4038600"/>
            <a:ext cx="5557308" cy="2543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3205133"/>
      </p:ext>
    </p:extLst>
  </p:cSld>
  <p:clrMapOvr>
    <a:masterClrMapping/>
  </p:clrMapOvr>
  <p:transition spd="slow">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t>Fun details</a:t>
            </a:r>
            <a:endParaRPr lang="en-US" dirty="0"/>
          </a:p>
        </p:txBody>
      </p:sp>
      <p:sp>
        <p:nvSpPr>
          <p:cNvPr id="5" name="Content Placeholder 2"/>
          <p:cNvSpPr txBox="1">
            <a:spLocks/>
          </p:cNvSpPr>
          <p:nvPr/>
        </p:nvSpPr>
        <p:spPr>
          <a:xfrm>
            <a:off x="457200" y="1447800"/>
            <a:ext cx="8229600" cy="4678363"/>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Wingdings" pitchFamily="2" charset="2"/>
              <a:buNone/>
              <a:defRPr sz="2400" kern="1200">
                <a:solidFill>
                  <a:schemeClr val="tx1"/>
                </a:solidFill>
                <a:latin typeface="Verdana" pitchFamily="34" charset="0"/>
                <a:ea typeface="+mn-ea"/>
                <a:cs typeface="+mn-cs"/>
              </a:defRPr>
            </a:lvl1pPr>
            <a:lvl2pPr marL="411480" indent="0" algn="ctr" defTabSz="914400" rtl="0" eaLnBrk="1" latinLnBrk="0" hangingPunct="1">
              <a:spcBef>
                <a:spcPct val="20000"/>
              </a:spcBef>
              <a:buFont typeface="Arial" pitchFamily="34" charset="0"/>
              <a:buNone/>
              <a:defRPr sz="2000" kern="1200">
                <a:solidFill>
                  <a:schemeClr val="tx1"/>
                </a:solidFill>
                <a:latin typeface="Verdana" pitchFamily="34" charset="0"/>
                <a:ea typeface="+mn-ea"/>
                <a:cs typeface="+mn-cs"/>
              </a:defRPr>
            </a:lvl2pPr>
            <a:lvl3pPr marL="822960" indent="0" algn="ctr" defTabSz="914400" rtl="0" eaLnBrk="1" latinLnBrk="0" hangingPunct="1">
              <a:spcBef>
                <a:spcPct val="20000"/>
              </a:spcBef>
              <a:buFont typeface="Arial" pitchFamily="34" charset="0"/>
              <a:buNone/>
              <a:defRPr sz="1800" kern="1200">
                <a:solidFill>
                  <a:schemeClr val="tx1"/>
                </a:solidFill>
                <a:latin typeface="Verdana" pitchFamily="34" charset="0"/>
                <a:ea typeface="+mn-ea"/>
                <a:cs typeface="+mn-cs"/>
              </a:defRPr>
            </a:lvl3pPr>
            <a:lvl4pPr marL="1234440" indent="0" algn="ctr" defTabSz="914400" rtl="0" eaLnBrk="1" latinLnBrk="0" hangingPunct="1">
              <a:spcBef>
                <a:spcPct val="20000"/>
              </a:spcBef>
              <a:buFont typeface="Arial" pitchFamily="34" charset="0"/>
              <a:buNone/>
              <a:defRPr sz="1600" kern="1200">
                <a:solidFill>
                  <a:schemeClr val="tx1"/>
                </a:solidFill>
                <a:latin typeface="Verdana" pitchFamily="34" charset="0"/>
                <a:ea typeface="+mn-ea"/>
                <a:cs typeface="+mn-cs"/>
              </a:defRPr>
            </a:lvl4pPr>
            <a:lvl5pPr marL="1645920" indent="0" algn="ctr" defTabSz="914400" rtl="0" eaLnBrk="1" latinLnBrk="0" hangingPunct="1">
              <a:spcBef>
                <a:spcPct val="20000"/>
              </a:spcBef>
              <a:buFont typeface="Arial" pitchFamily="34" charset="0"/>
              <a:buNone/>
              <a:defRPr sz="1400" kern="1200">
                <a:solidFill>
                  <a:schemeClr val="tx1"/>
                </a:solidFill>
                <a:latin typeface="Verdana" pitchFamily="34" charset="0"/>
                <a:ea typeface="+mn-ea"/>
                <a:cs typeface="+mn-cs"/>
              </a:defRPr>
            </a:lvl5pPr>
            <a:lvl6pPr marL="205740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6pPr>
            <a:lvl7pPr marL="246888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7pPr>
            <a:lvl8pPr marL="288036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8pPr>
            <a:lvl9pPr marL="329184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9pPr>
          </a:lstStyle>
          <a:p>
            <a:pPr marL="274320">
              <a:lnSpc>
                <a:spcPct val="170000"/>
              </a:lnSpc>
            </a:pPr>
            <a:endParaRPr lang="en-US" sz="1600" dirty="0" smtClean="0">
              <a:hlinkClick r:id="rId2"/>
            </a:endParaRPr>
          </a:p>
          <a:p>
            <a:pPr marL="274320">
              <a:lnSpc>
                <a:spcPct val="170000"/>
              </a:lnSpc>
            </a:pPr>
            <a:r>
              <a:rPr lang="en-US" sz="1600" dirty="0" smtClean="0">
                <a:hlinkClick r:id="rId2"/>
              </a:rPr>
              <a:t>http</a:t>
            </a:r>
            <a:r>
              <a:rPr lang="en-US" sz="1600" dirty="0">
                <a:hlinkClick r:id="rId2"/>
              </a:rPr>
              <a:t>://</a:t>
            </a:r>
            <a:r>
              <a:rPr lang="en-US" sz="1600" dirty="0" smtClean="0">
                <a:hlinkClick r:id="rId2"/>
              </a:rPr>
              <a:t>www.visibone.com/products/bbk12-13_850.jpg</a:t>
            </a:r>
            <a:r>
              <a:rPr lang="en-US" sz="1600" dirty="0" smtClean="0"/>
              <a:t> </a:t>
            </a:r>
          </a:p>
        </p:txBody>
      </p:sp>
      <p:pic>
        <p:nvPicPr>
          <p:cNvPr id="7170" name="Picture 2" descr="C:\Users\pdrogom\Desktop\2012-03-16_13104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4343400"/>
            <a:ext cx="2757097" cy="189166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9600" y="2622986"/>
            <a:ext cx="5867400" cy="3780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9654871"/>
      </p:ext>
    </p:extLst>
  </p:cSld>
  <p:clrMapOvr>
    <a:masterClrMapping/>
  </p:clrMapOvr>
  <p:transition spd="slow">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t>Summary</a:t>
            </a:r>
            <a:endParaRPr lang="en-US" dirty="0"/>
          </a:p>
        </p:txBody>
      </p:sp>
      <p:pic>
        <p:nvPicPr>
          <p:cNvPr id="6" name="Рисунок 11" descr="0009p13z.gif"/>
          <p:cNvPicPr>
            <a:picLocks noChangeAspect="1"/>
          </p:cNvPicPr>
          <p:nvPr/>
        </p:nvPicPr>
        <p:blipFill>
          <a:blip r:embed="rId2" cstate="print"/>
          <a:srcRect/>
          <a:stretch>
            <a:fillRect/>
          </a:stretch>
        </p:blipFill>
        <p:spPr bwMode="auto">
          <a:xfrm>
            <a:off x="4114800" y="1600200"/>
            <a:ext cx="3745969" cy="3121639"/>
          </a:xfrm>
          <a:prstGeom prst="rect">
            <a:avLst/>
          </a:prstGeom>
          <a:noFill/>
          <a:ln w="9525">
            <a:noFill/>
            <a:miter lim="800000"/>
            <a:headEnd/>
            <a:tailEnd/>
          </a:ln>
        </p:spPr>
      </p:pic>
      <p:pic>
        <p:nvPicPr>
          <p:cNvPr id="9" name="Рисунок 11" descr="Browser-Wars.jpg"/>
          <p:cNvPicPr>
            <a:picLocks noChangeAspect="1"/>
          </p:cNvPicPr>
          <p:nvPr/>
        </p:nvPicPr>
        <p:blipFill>
          <a:blip r:embed="rId3" cstate="print"/>
          <a:stretch>
            <a:fillRect/>
          </a:stretch>
        </p:blipFill>
        <p:spPr>
          <a:xfrm>
            <a:off x="1439708" y="3671700"/>
            <a:ext cx="3000396" cy="2100277"/>
          </a:xfrm>
          <a:prstGeom prst="rect">
            <a:avLst/>
          </a:prstGeom>
        </p:spPr>
      </p:pic>
    </p:spTree>
    <p:extLst>
      <p:ext uri="{BB962C8B-B14F-4D97-AF65-F5344CB8AC3E}">
        <p14:creationId xmlns:p14="http://schemas.microsoft.com/office/powerpoint/2010/main" val="1117813548"/>
      </p:ext>
    </p:extLst>
  </p:cSld>
  <p:clrMapOvr>
    <a:masterClrMapping/>
  </p:clrMapOvr>
  <p:transition spd="slow">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t>Questions</a:t>
            </a:r>
            <a:endParaRPr lang="en-US" dirty="0"/>
          </a:p>
        </p:txBody>
      </p:sp>
      <p:pic>
        <p:nvPicPr>
          <p:cNvPr id="5" name="Рисунок 5" descr="sales-questions.jpg"/>
          <p:cNvPicPr>
            <a:picLocks noChangeAspect="1"/>
          </p:cNvPicPr>
          <p:nvPr/>
        </p:nvPicPr>
        <p:blipFill>
          <a:blip r:embed="rId2" cstate="print"/>
          <a:srcRect/>
          <a:stretch>
            <a:fillRect/>
          </a:stretch>
        </p:blipFill>
        <p:spPr bwMode="auto">
          <a:xfrm>
            <a:off x="3124199" y="1981200"/>
            <a:ext cx="3550751" cy="3538916"/>
          </a:xfrm>
          <a:prstGeom prst="rect">
            <a:avLst/>
          </a:prstGeom>
          <a:noFill/>
          <a:ln w="9525">
            <a:noFill/>
            <a:miter lim="800000"/>
            <a:headEnd/>
            <a:tailEnd/>
          </a:ln>
        </p:spPr>
      </p:pic>
    </p:spTree>
    <p:extLst>
      <p:ext uri="{BB962C8B-B14F-4D97-AF65-F5344CB8AC3E}">
        <p14:creationId xmlns:p14="http://schemas.microsoft.com/office/powerpoint/2010/main" val="2839019848"/>
      </p:ext>
    </p:extLst>
  </p:cSld>
  <p:clrMapOvr>
    <a:masterClrMapping/>
  </p:clrMapOvr>
  <p:transition spd="slow">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dirty="0" smtClean="0"/>
              <a:t>Links</a:t>
            </a:r>
            <a:endParaRPr lang="en-US" dirty="0"/>
          </a:p>
        </p:txBody>
      </p:sp>
      <p:sp>
        <p:nvSpPr>
          <p:cNvPr id="4" name="Місце для вмісту 3"/>
          <p:cNvSpPr>
            <a:spLocks noGrp="1"/>
          </p:cNvSpPr>
          <p:nvPr>
            <p:ph idx="1"/>
          </p:nvPr>
        </p:nvSpPr>
        <p:spPr>
          <a:xfrm>
            <a:off x="457200" y="1600200"/>
            <a:ext cx="8458200" cy="4525963"/>
          </a:xfrm>
        </p:spPr>
        <p:txBody>
          <a:bodyPr/>
          <a:lstStyle/>
          <a:p>
            <a:pPr>
              <a:lnSpc>
                <a:spcPct val="200000"/>
              </a:lnSpc>
            </a:pPr>
            <a:r>
              <a:rPr lang="en-US" sz="1800" dirty="0" smtClean="0">
                <a:hlinkClick r:id="rId2"/>
              </a:rPr>
              <a:t>http</a:t>
            </a:r>
            <a:r>
              <a:rPr lang="en-US" sz="1800" dirty="0">
                <a:hlinkClick r:id="rId2"/>
              </a:rPr>
              <a:t>://www.comptechdoc.org/independent/web/cgi/javamanual</a:t>
            </a:r>
            <a:r>
              <a:rPr lang="en-US" sz="1800" dirty="0" smtClean="0">
                <a:hlinkClick r:id="rId2"/>
              </a:rPr>
              <a:t>/</a:t>
            </a:r>
            <a:r>
              <a:rPr lang="en-US" sz="1800" dirty="0" smtClean="0"/>
              <a:t> </a:t>
            </a:r>
          </a:p>
          <a:p>
            <a:pPr>
              <a:lnSpc>
                <a:spcPct val="200000"/>
              </a:lnSpc>
            </a:pPr>
            <a:r>
              <a:rPr lang="en-US" sz="1800" dirty="0">
                <a:hlinkClick r:id="rId3"/>
              </a:rPr>
              <a:t>http://</a:t>
            </a:r>
            <a:r>
              <a:rPr lang="en-US" sz="1800" dirty="0" smtClean="0">
                <a:hlinkClick r:id="rId3"/>
              </a:rPr>
              <a:t>www.daaq.net/old/javascript/index.php?page=the+js+bom</a:t>
            </a:r>
            <a:endParaRPr lang="en-US" sz="1800" dirty="0" smtClean="0"/>
          </a:p>
          <a:p>
            <a:pPr>
              <a:lnSpc>
                <a:spcPct val="200000"/>
              </a:lnSpc>
            </a:pPr>
            <a:r>
              <a:rPr lang="en-US" sz="1800" dirty="0">
                <a:hlinkClick r:id="rId4"/>
              </a:rPr>
              <a:t>http://</a:t>
            </a:r>
            <a:r>
              <a:rPr lang="en-US" sz="1800" dirty="0" smtClean="0">
                <a:hlinkClick r:id="rId4"/>
              </a:rPr>
              <a:t>www.w3schools.com/jsref/dom_obj_document.asp</a:t>
            </a:r>
            <a:endParaRPr lang="en-US" sz="1800" dirty="0" smtClean="0"/>
          </a:p>
          <a:p>
            <a:pPr>
              <a:lnSpc>
                <a:spcPct val="200000"/>
              </a:lnSpc>
            </a:pPr>
            <a:r>
              <a:rPr lang="en-US" sz="1800" dirty="0" smtClean="0">
                <a:hlinkClick r:id="rId5"/>
              </a:rPr>
              <a:t>http://www.visibone.com/products/bbk12-13_850.jpg</a:t>
            </a:r>
          </a:p>
          <a:p>
            <a:pPr>
              <a:lnSpc>
                <a:spcPct val="200000"/>
              </a:lnSpc>
            </a:pPr>
            <a:r>
              <a:rPr lang="en-US" sz="1800" dirty="0" smtClean="0">
                <a:hlinkClick r:id="rId5"/>
              </a:rPr>
              <a:t>http://www.w3schools.com/jsref/default.asp</a:t>
            </a:r>
            <a:r>
              <a:rPr lang="en-US" sz="1800" dirty="0" smtClean="0"/>
              <a:t> </a:t>
            </a:r>
          </a:p>
          <a:p>
            <a:endParaRPr lang="en-US" dirty="0" smtClean="0"/>
          </a:p>
          <a:p>
            <a:endParaRPr lang="en-US" dirty="0"/>
          </a:p>
        </p:txBody>
      </p:sp>
    </p:spTree>
    <p:extLst>
      <p:ext uri="{BB962C8B-B14F-4D97-AF65-F5344CB8AC3E}">
        <p14:creationId xmlns:p14="http://schemas.microsoft.com/office/powerpoint/2010/main" val="1968935944"/>
      </p:ext>
    </p:extLst>
  </p:cSld>
  <p:clrMapOvr>
    <a:masterClrMapping/>
  </p:clrMapOvr>
  <p:transition spd="slow">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4"/>
          <p:cNvSpPr txBox="1">
            <a:spLocks noChangeArrowheads="1"/>
          </p:cNvSpPr>
          <p:nvPr/>
        </p:nvSpPr>
        <p:spPr bwMode="auto">
          <a:xfrm>
            <a:off x="638081" y="5181600"/>
            <a:ext cx="3095719" cy="707886"/>
          </a:xfrm>
          <a:prstGeom prst="rect">
            <a:avLst/>
          </a:prstGeom>
          <a:noFill/>
          <a:ln w="12700">
            <a:noFill/>
            <a:miter lim="800000"/>
            <a:headEnd/>
            <a:tailEnd/>
          </a:ln>
        </p:spPr>
        <p:txBody>
          <a:bodyPr wrap="none">
            <a:spAutoFit/>
          </a:bodyPr>
          <a:lstStyle/>
          <a:p>
            <a:pPr eaLnBrk="0" hangingPunct="0"/>
            <a:r>
              <a:rPr lang="en-US" sz="4000" dirty="0">
                <a:solidFill>
                  <a:schemeClr val="tx1">
                    <a:lumMod val="50000"/>
                    <a:lumOff val="50000"/>
                  </a:schemeClr>
                </a:solidFill>
                <a:latin typeface="Verdana" pitchFamily="34" charset="0"/>
              </a:rPr>
              <a:t>Thank You!</a:t>
            </a:r>
          </a:p>
        </p:txBody>
      </p:sp>
      <p:sp>
        <p:nvSpPr>
          <p:cNvPr id="31748" name="Rectangle 8"/>
          <p:cNvSpPr>
            <a:spLocks noChangeArrowheads="1"/>
          </p:cNvSpPr>
          <p:nvPr/>
        </p:nvSpPr>
        <p:spPr bwMode="auto">
          <a:xfrm>
            <a:off x="333375" y="957263"/>
            <a:ext cx="6553200" cy="533400"/>
          </a:xfrm>
          <a:prstGeom prst="rect">
            <a:avLst/>
          </a:prstGeom>
          <a:noFill/>
          <a:ln w="9525">
            <a:noFill/>
            <a:miter lim="800000"/>
            <a:headEnd/>
            <a:tailEnd/>
          </a:ln>
        </p:spPr>
        <p:txBody>
          <a:bodyPr/>
          <a:lstStyle/>
          <a:p>
            <a:pPr marL="342900" indent="-342900"/>
            <a:endParaRPr lang="en-GB" sz="2600" b="1">
              <a:solidFill>
                <a:srgbClr val="5F5F5F"/>
              </a:solidFill>
              <a:latin typeface="Verdana" pitchFamily="34" charset="0"/>
            </a:endParaRPr>
          </a:p>
        </p:txBody>
      </p:sp>
      <p:sp>
        <p:nvSpPr>
          <p:cNvPr id="31749" name="Rectangle 9"/>
          <p:cNvSpPr>
            <a:spLocks noChangeArrowheads="1"/>
          </p:cNvSpPr>
          <p:nvPr/>
        </p:nvSpPr>
        <p:spPr bwMode="auto">
          <a:xfrm>
            <a:off x="609600" y="6429375"/>
            <a:ext cx="3138487" cy="352425"/>
          </a:xfrm>
          <a:prstGeom prst="rect">
            <a:avLst/>
          </a:prstGeom>
          <a:noFill/>
          <a:ln w="9525">
            <a:noFill/>
            <a:miter lim="800000"/>
            <a:headEnd/>
            <a:tailEnd/>
          </a:ln>
        </p:spPr>
        <p:txBody>
          <a:bodyPr anchor="b"/>
          <a:lstStyle/>
          <a:p>
            <a:r>
              <a:rPr lang="en-US" sz="800" dirty="0">
                <a:solidFill>
                  <a:schemeClr val="tx1">
                    <a:lumMod val="65000"/>
                    <a:lumOff val="35000"/>
                  </a:schemeClr>
                </a:solidFill>
                <a:latin typeface="Verdana" pitchFamily="34" charset="0"/>
              </a:rPr>
              <a:t>Copyright </a:t>
            </a:r>
            <a:r>
              <a:rPr lang="en-US" sz="800" dirty="0">
                <a:solidFill>
                  <a:schemeClr val="tx1">
                    <a:lumMod val="65000"/>
                    <a:lumOff val="35000"/>
                  </a:schemeClr>
                </a:solidFill>
                <a:latin typeface="Verdana" pitchFamily="34" charset="0"/>
                <a:cs typeface="Times New Roman" pitchFamily="18" charset="0"/>
              </a:rPr>
              <a:t>©</a:t>
            </a:r>
            <a:r>
              <a:rPr lang="en-US" sz="800" dirty="0">
                <a:solidFill>
                  <a:schemeClr val="tx1">
                    <a:lumMod val="65000"/>
                    <a:lumOff val="35000"/>
                  </a:schemeClr>
                </a:solidFill>
                <a:latin typeface="Verdana" pitchFamily="34" charset="0"/>
              </a:rPr>
              <a:t> </a:t>
            </a:r>
            <a:r>
              <a:rPr lang="en-US" sz="800" dirty="0" smtClean="0">
                <a:solidFill>
                  <a:schemeClr val="tx1">
                    <a:lumMod val="65000"/>
                    <a:lumOff val="35000"/>
                  </a:schemeClr>
                </a:solidFill>
                <a:latin typeface="Verdana" pitchFamily="34" charset="0"/>
              </a:rPr>
              <a:t>2010 </a:t>
            </a:r>
            <a:r>
              <a:rPr lang="en-US" sz="800" dirty="0">
                <a:solidFill>
                  <a:schemeClr val="tx1">
                    <a:lumMod val="65000"/>
                    <a:lumOff val="35000"/>
                  </a:schemeClr>
                </a:solidFill>
                <a:latin typeface="Verdana" pitchFamily="34" charset="0"/>
              </a:rPr>
              <a:t>SoftServe, Inc.</a:t>
            </a:r>
          </a:p>
        </p:txBody>
      </p:sp>
      <p:sp>
        <p:nvSpPr>
          <p:cNvPr id="31750" name="Rectangle 10"/>
          <p:cNvSpPr>
            <a:spLocks noGrp="1" noChangeArrowheads="1"/>
          </p:cNvSpPr>
          <p:nvPr>
            <p:ph type="title"/>
          </p:nvPr>
        </p:nvSpPr>
        <p:spPr/>
        <p:txBody>
          <a:bodyPr>
            <a:normAutofit/>
          </a:bodyPr>
          <a:lstStyle/>
          <a:p>
            <a:r>
              <a:rPr lang="en-US" dirty="0" smtClean="0"/>
              <a:t>Contacts</a:t>
            </a:r>
          </a:p>
        </p:txBody>
      </p:sp>
      <p:sp>
        <p:nvSpPr>
          <p:cNvPr id="2" name="Text Box 5"/>
          <p:cNvSpPr txBox="1">
            <a:spLocks noChangeArrowheads="1"/>
          </p:cNvSpPr>
          <p:nvPr/>
        </p:nvSpPr>
        <p:spPr bwMode="auto">
          <a:xfrm>
            <a:off x="868363" y="2057400"/>
            <a:ext cx="2897460" cy="2040559"/>
          </a:xfrm>
          <a:prstGeom prst="rect">
            <a:avLst/>
          </a:prstGeom>
          <a:noFill/>
          <a:ln w="9525">
            <a:noFill/>
            <a:miter lim="800000"/>
            <a:headEnd/>
            <a:tailEnd/>
          </a:ln>
        </p:spPr>
        <p:txBody>
          <a:bodyPr wrap="none">
            <a:spAutoFit/>
          </a:bodyPr>
          <a:lstStyle/>
          <a:p>
            <a:pPr>
              <a:spcBef>
                <a:spcPts val="0"/>
              </a:spcBef>
              <a:spcAft>
                <a:spcPts val="600"/>
              </a:spcAft>
              <a:defRPr/>
            </a:pPr>
            <a:r>
              <a:rPr lang="en-US" sz="1600" b="1" dirty="0">
                <a:solidFill>
                  <a:schemeClr val="accent6"/>
                </a:solidFill>
                <a:latin typeface="Verdana" pitchFamily="34" charset="0"/>
              </a:rPr>
              <a:t>Europe Headquarters</a:t>
            </a:r>
            <a:r>
              <a:rPr lang="en-GB" sz="1600" b="1" dirty="0">
                <a:solidFill>
                  <a:schemeClr val="accent6"/>
                </a:solidFill>
                <a:latin typeface="Verdana" pitchFamily="34" charset="0"/>
              </a:rPr>
              <a:t> </a:t>
            </a:r>
          </a:p>
          <a:p>
            <a:pPr>
              <a:lnSpc>
                <a:spcPct val="110000"/>
              </a:lnSpc>
              <a:defRPr/>
            </a:pPr>
            <a:r>
              <a:rPr lang="en-GB" sz="1200" dirty="0">
                <a:solidFill>
                  <a:srgbClr val="333333"/>
                </a:solidFill>
                <a:latin typeface="Verdana" pitchFamily="34" charset="0"/>
              </a:rPr>
              <a:t>52 V. Velykoho Str.</a:t>
            </a:r>
          </a:p>
          <a:p>
            <a:pPr>
              <a:lnSpc>
                <a:spcPct val="110000"/>
              </a:lnSpc>
              <a:defRPr/>
            </a:pPr>
            <a:r>
              <a:rPr lang="en-GB" sz="1200" dirty="0" err="1">
                <a:solidFill>
                  <a:srgbClr val="333333"/>
                </a:solidFill>
                <a:latin typeface="Verdana" pitchFamily="34" charset="0"/>
              </a:rPr>
              <a:t>Lviv</a:t>
            </a:r>
            <a:r>
              <a:rPr lang="en-GB" sz="1200" dirty="0">
                <a:solidFill>
                  <a:srgbClr val="333333"/>
                </a:solidFill>
                <a:latin typeface="Verdana" pitchFamily="34" charset="0"/>
              </a:rPr>
              <a:t> 79053, Ukraine</a:t>
            </a:r>
          </a:p>
          <a:p>
            <a:pPr>
              <a:lnSpc>
                <a:spcPct val="110000"/>
              </a:lnSpc>
              <a:defRPr/>
            </a:pPr>
            <a:endParaRPr lang="en-GB" sz="600" dirty="0">
              <a:solidFill>
                <a:srgbClr val="333333"/>
              </a:solidFill>
              <a:latin typeface="Verdana" pitchFamily="34" charset="0"/>
            </a:endParaRPr>
          </a:p>
          <a:p>
            <a:pPr>
              <a:lnSpc>
                <a:spcPct val="110000"/>
              </a:lnSpc>
              <a:defRPr/>
            </a:pPr>
            <a:r>
              <a:rPr lang="en-GB" sz="1200" dirty="0">
                <a:solidFill>
                  <a:srgbClr val="333333"/>
                </a:solidFill>
                <a:latin typeface="Verdana" pitchFamily="34" charset="0"/>
              </a:rPr>
              <a:t>Tel:   +380-32-2</a:t>
            </a:r>
            <a:r>
              <a:rPr lang="en-US" sz="1200" dirty="0">
                <a:solidFill>
                  <a:srgbClr val="333333"/>
                </a:solidFill>
                <a:latin typeface="Verdana" pitchFamily="34" charset="0"/>
              </a:rPr>
              <a:t>40-9090</a:t>
            </a:r>
            <a:r>
              <a:rPr lang="en-GB" sz="1200" dirty="0">
                <a:solidFill>
                  <a:srgbClr val="333333"/>
                </a:solidFill>
                <a:latin typeface="Verdana" pitchFamily="34" charset="0"/>
              </a:rPr>
              <a:t/>
            </a:r>
            <a:br>
              <a:rPr lang="en-GB" sz="1200" dirty="0">
                <a:solidFill>
                  <a:srgbClr val="333333"/>
                </a:solidFill>
                <a:latin typeface="Verdana" pitchFamily="34" charset="0"/>
              </a:rPr>
            </a:br>
            <a:r>
              <a:rPr lang="en-GB" sz="1200" dirty="0">
                <a:solidFill>
                  <a:srgbClr val="333333"/>
                </a:solidFill>
                <a:latin typeface="Verdana" pitchFamily="34" charset="0"/>
              </a:rPr>
              <a:t>Fax:  +380-32-2</a:t>
            </a:r>
            <a:r>
              <a:rPr lang="en-US" sz="1200" dirty="0">
                <a:solidFill>
                  <a:srgbClr val="333333"/>
                </a:solidFill>
                <a:latin typeface="Verdana" pitchFamily="34" charset="0"/>
              </a:rPr>
              <a:t>40-9080</a:t>
            </a:r>
          </a:p>
          <a:p>
            <a:pPr>
              <a:lnSpc>
                <a:spcPct val="110000"/>
              </a:lnSpc>
              <a:defRPr/>
            </a:pPr>
            <a:endParaRPr lang="en-GB" sz="600" dirty="0">
              <a:solidFill>
                <a:srgbClr val="333333"/>
              </a:solidFill>
              <a:latin typeface="Verdana" pitchFamily="34" charset="0"/>
            </a:endParaRPr>
          </a:p>
          <a:p>
            <a:pPr>
              <a:lnSpc>
                <a:spcPct val="110000"/>
              </a:lnSpc>
              <a:defRPr/>
            </a:pPr>
            <a:r>
              <a:rPr lang="en-GB" sz="1200" dirty="0">
                <a:solidFill>
                  <a:srgbClr val="333333"/>
                </a:solidFill>
                <a:latin typeface="Verdana" pitchFamily="34" charset="0"/>
              </a:rPr>
              <a:t>E-mail: </a:t>
            </a:r>
            <a:r>
              <a:rPr lang="en-GB" sz="1200" dirty="0" smtClean="0">
                <a:solidFill>
                  <a:srgbClr val="333333"/>
                </a:solidFill>
                <a:latin typeface="Verdana" pitchFamily="34" charset="0"/>
              </a:rPr>
              <a:t>info@softserveinc.com</a:t>
            </a:r>
          </a:p>
          <a:p>
            <a:pPr>
              <a:lnSpc>
                <a:spcPct val="110000"/>
              </a:lnSpc>
              <a:defRPr/>
            </a:pPr>
            <a:r>
              <a:rPr lang="en-GB" sz="1200" dirty="0" smtClean="0">
                <a:solidFill>
                  <a:srgbClr val="333333"/>
                </a:solidFill>
                <a:latin typeface="Verdana" pitchFamily="34" charset="0"/>
              </a:rPr>
              <a:t>Website: </a:t>
            </a:r>
            <a:r>
              <a:rPr lang="en-GB" sz="1200" b="1" dirty="0" smtClean="0">
                <a:solidFill>
                  <a:schemeClr val="tx1">
                    <a:lumMod val="95000"/>
                    <a:lumOff val="5000"/>
                  </a:schemeClr>
                </a:solidFill>
                <a:latin typeface="Verdana" pitchFamily="34" charset="0"/>
              </a:rPr>
              <a:t>www.softserveinc.com</a:t>
            </a:r>
          </a:p>
          <a:p>
            <a:pPr>
              <a:lnSpc>
                <a:spcPct val="110000"/>
              </a:lnSpc>
              <a:defRPr/>
            </a:pPr>
            <a:endParaRPr lang="en-GB" sz="1200" b="1" dirty="0">
              <a:solidFill>
                <a:srgbClr val="333333"/>
              </a:solidFill>
              <a:latin typeface="Verdana" pitchFamily="34" charset="0"/>
            </a:endParaRPr>
          </a:p>
        </p:txBody>
      </p:sp>
      <p:sp>
        <p:nvSpPr>
          <p:cNvPr id="11" name="Text Box 5"/>
          <p:cNvSpPr txBox="1">
            <a:spLocks noChangeArrowheads="1"/>
          </p:cNvSpPr>
          <p:nvPr/>
        </p:nvSpPr>
        <p:spPr bwMode="auto">
          <a:xfrm>
            <a:off x="4724400" y="2073275"/>
            <a:ext cx="3733800" cy="1329595"/>
          </a:xfrm>
          <a:prstGeom prst="rect">
            <a:avLst/>
          </a:prstGeom>
          <a:noFill/>
          <a:ln w="9525">
            <a:noFill/>
            <a:miter lim="800000"/>
            <a:headEnd/>
            <a:tailEnd/>
          </a:ln>
        </p:spPr>
        <p:txBody>
          <a:bodyPr wrap="square">
            <a:spAutoFit/>
          </a:bodyPr>
          <a:lstStyle/>
          <a:p>
            <a:pPr>
              <a:spcBef>
                <a:spcPts val="0"/>
              </a:spcBef>
              <a:spcAft>
                <a:spcPts val="600"/>
              </a:spcAft>
              <a:defRPr/>
            </a:pPr>
            <a:r>
              <a:rPr lang="en-US" sz="1600" b="1" dirty="0">
                <a:solidFill>
                  <a:schemeClr val="accent6"/>
                </a:solidFill>
                <a:latin typeface="Verdana" pitchFamily="34" charset="0"/>
              </a:rPr>
              <a:t>US Headquarters</a:t>
            </a:r>
          </a:p>
          <a:p>
            <a:pPr>
              <a:lnSpc>
                <a:spcPct val="110000"/>
              </a:lnSpc>
              <a:defRPr/>
            </a:pPr>
            <a:r>
              <a:rPr lang="en-US" sz="1200" dirty="0" smtClean="0">
                <a:solidFill>
                  <a:srgbClr val="333333"/>
                </a:solidFill>
                <a:latin typeface="Verdana" pitchFamily="34" charset="0"/>
              </a:rPr>
              <a:t>12800 University Drive, Suite 250</a:t>
            </a:r>
            <a:r>
              <a:rPr lang="en-US" sz="1200" dirty="0">
                <a:solidFill>
                  <a:srgbClr val="333333"/>
                </a:solidFill>
                <a:latin typeface="Verdana" pitchFamily="34" charset="0"/>
              </a:rPr>
              <a:t/>
            </a:r>
            <a:br>
              <a:rPr lang="en-US" sz="1200" dirty="0">
                <a:solidFill>
                  <a:srgbClr val="333333"/>
                </a:solidFill>
                <a:latin typeface="Verdana" pitchFamily="34" charset="0"/>
              </a:rPr>
            </a:br>
            <a:r>
              <a:rPr lang="en-US" sz="1200" dirty="0">
                <a:solidFill>
                  <a:srgbClr val="333333"/>
                </a:solidFill>
                <a:latin typeface="Verdana" pitchFamily="34" charset="0"/>
              </a:rPr>
              <a:t>Fort Myers, FL </a:t>
            </a:r>
            <a:r>
              <a:rPr lang="en-US" sz="1200" dirty="0" smtClean="0">
                <a:solidFill>
                  <a:srgbClr val="333333"/>
                </a:solidFill>
                <a:latin typeface="Verdana" pitchFamily="34" charset="0"/>
              </a:rPr>
              <a:t>33907, </a:t>
            </a:r>
            <a:r>
              <a:rPr lang="en-US" sz="1200" dirty="0">
                <a:solidFill>
                  <a:srgbClr val="333333"/>
                </a:solidFill>
                <a:latin typeface="Verdana" pitchFamily="34" charset="0"/>
              </a:rPr>
              <a:t>USA</a:t>
            </a:r>
          </a:p>
          <a:p>
            <a:pPr>
              <a:lnSpc>
                <a:spcPct val="110000"/>
              </a:lnSpc>
              <a:defRPr/>
            </a:pPr>
            <a:endParaRPr lang="en-GB" sz="600" dirty="0">
              <a:solidFill>
                <a:srgbClr val="333333"/>
              </a:solidFill>
              <a:latin typeface="Verdana" pitchFamily="34" charset="0"/>
            </a:endParaRPr>
          </a:p>
          <a:p>
            <a:pPr>
              <a:lnSpc>
                <a:spcPct val="110000"/>
              </a:lnSpc>
              <a:defRPr/>
            </a:pPr>
            <a:r>
              <a:rPr lang="en-GB" sz="1200" dirty="0" smtClean="0">
                <a:solidFill>
                  <a:srgbClr val="333333"/>
                </a:solidFill>
                <a:latin typeface="Verdana" pitchFamily="34" charset="0"/>
              </a:rPr>
              <a:t>Tel</a:t>
            </a:r>
            <a:r>
              <a:rPr lang="en-GB" sz="1200" dirty="0">
                <a:solidFill>
                  <a:srgbClr val="333333"/>
                </a:solidFill>
                <a:latin typeface="Verdana" pitchFamily="34" charset="0"/>
              </a:rPr>
              <a:t>:   </a:t>
            </a:r>
            <a:r>
              <a:rPr lang="en-US" sz="1200" dirty="0">
                <a:solidFill>
                  <a:srgbClr val="333333"/>
                </a:solidFill>
                <a:latin typeface="Verdana" pitchFamily="34" charset="0"/>
              </a:rPr>
              <a:t>239-690-3111 </a:t>
            </a:r>
            <a:r>
              <a:rPr lang="en-GB" sz="1200" dirty="0">
                <a:solidFill>
                  <a:srgbClr val="333333"/>
                </a:solidFill>
                <a:latin typeface="Verdana" pitchFamily="34" charset="0"/>
              </a:rPr>
              <a:t/>
            </a:r>
            <a:br>
              <a:rPr lang="en-GB" sz="1200" dirty="0">
                <a:solidFill>
                  <a:srgbClr val="333333"/>
                </a:solidFill>
                <a:latin typeface="Verdana" pitchFamily="34" charset="0"/>
              </a:rPr>
            </a:br>
            <a:r>
              <a:rPr lang="en-GB" sz="1200" dirty="0" smtClean="0">
                <a:solidFill>
                  <a:srgbClr val="333333"/>
                </a:solidFill>
                <a:latin typeface="Verdana" pitchFamily="34" charset="0"/>
              </a:rPr>
              <a:t>Fax</a:t>
            </a:r>
            <a:r>
              <a:rPr lang="en-GB" sz="1200" dirty="0">
                <a:solidFill>
                  <a:srgbClr val="333333"/>
                </a:solidFill>
                <a:latin typeface="Verdana" pitchFamily="34" charset="0"/>
              </a:rPr>
              <a:t>:  </a:t>
            </a:r>
            <a:r>
              <a:rPr lang="en-US" sz="1200" dirty="0" smtClean="0">
                <a:solidFill>
                  <a:srgbClr val="333333"/>
                </a:solidFill>
                <a:latin typeface="Verdana" pitchFamily="34" charset="0"/>
              </a:rPr>
              <a:t>239-690-3116</a:t>
            </a:r>
            <a:endParaRPr lang="en-GB" sz="600" dirty="0">
              <a:solidFill>
                <a:srgbClr val="333333"/>
              </a:solidFill>
              <a:latin typeface="Verdana" pitchFamily="34" charset="0"/>
            </a:endParaRPr>
          </a:p>
        </p:txBody>
      </p:sp>
    </p:spTree>
    <p:extLst>
      <p:ext uri="{BB962C8B-B14F-4D97-AF65-F5344CB8AC3E}">
        <p14:creationId xmlns:p14="http://schemas.microsoft.com/office/powerpoint/2010/main" val="1698092853"/>
      </p:ext>
    </p:extLst>
  </p:cSld>
  <p:clrMapOvr>
    <a:masterClrMapping/>
  </p:clrMapOvr>
  <p:transition spd="slow">
    <p:wipe dir="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11493</TotalTime>
  <Words>432</Words>
  <Application>Microsoft Office PowerPoint</Application>
  <PresentationFormat>On-screen Show (4:3)</PresentationFormat>
  <Paragraphs>86</Paragraphs>
  <Slides>17</Slides>
  <Notes>2</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Agenda</vt:lpstr>
      <vt:lpstr>What is JavaScript BOM</vt:lpstr>
      <vt:lpstr>What is JavaScript BOM</vt:lpstr>
      <vt:lpstr>BOM elements</vt:lpstr>
      <vt:lpstr>Relationships</vt:lpstr>
      <vt:lpstr>Details</vt:lpstr>
      <vt:lpstr>More details</vt:lpstr>
      <vt:lpstr>Examples</vt:lpstr>
      <vt:lpstr>The Document Object Model</vt:lpstr>
      <vt:lpstr>DOM tree</vt:lpstr>
      <vt:lpstr>“Nodes” man</vt:lpstr>
      <vt:lpstr>Fun details</vt:lpstr>
      <vt:lpstr>Summary</vt:lpstr>
      <vt:lpstr>Questions</vt:lpstr>
      <vt:lpstr>Links</vt:lpstr>
      <vt:lpstr>Contacts</vt:lpstr>
    </vt:vector>
  </TitlesOfParts>
  <Company>ss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mbrandon</dc:creator>
  <cp:lastModifiedBy>Petro Drogomyretskyi</cp:lastModifiedBy>
  <cp:revision>223</cp:revision>
  <dcterms:created xsi:type="dcterms:W3CDTF">2010-08-18T17:56:28Z</dcterms:created>
  <dcterms:modified xsi:type="dcterms:W3CDTF">2012-03-16T11:23:29Z</dcterms:modified>
</cp:coreProperties>
</file>