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70" r:id="rId4"/>
    <p:sldId id="271" r:id="rId5"/>
    <p:sldId id="272" r:id="rId6"/>
    <p:sldId id="276" r:id="rId7"/>
    <p:sldId id="279" r:id="rId8"/>
    <p:sldId id="280" r:id="rId9"/>
    <p:sldId id="281" r:id="rId10"/>
    <p:sldId id="282" r:id="rId11"/>
    <p:sldId id="268" r:id="rId12"/>
    <p:sldId id="269" r:id="rId13"/>
  </p:sldIdLst>
  <p:sldSz cx="9144000" cy="6858000" type="screen4x3"/>
  <p:notesSz cx="6669088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8516" autoAdjust="0"/>
    <p:restoredTop sz="91398" autoAdjust="0"/>
  </p:normalViewPr>
  <p:slideViewPr>
    <p:cSldViewPr>
      <p:cViewPr varScale="1">
        <p:scale>
          <a:sx n="69" d="100"/>
          <a:sy n="69" d="100"/>
        </p:scale>
        <p:origin x="-162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966" y="-84"/>
      </p:cViewPr>
      <p:guideLst>
        <p:guide orient="horz" pos="3126"/>
        <p:guide pos="210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35A3AE-4113-4A97-9EF0-55D854B3F53B}" type="doc">
      <dgm:prSet loTypeId="urn:microsoft.com/office/officeart/2005/8/layout/hierarchy2" loCatId="hierarchy" qsTypeId="urn:microsoft.com/office/officeart/2005/8/quickstyle/simple3" qsCatId="simple" csTypeId="urn:microsoft.com/office/officeart/2005/8/colors/accent1_5" csCatId="accent1" phldr="1"/>
      <dgm:spPr/>
      <dgm:t>
        <a:bodyPr/>
        <a:lstStyle/>
        <a:p>
          <a:endParaRPr lang="uk-UA"/>
        </a:p>
      </dgm:t>
    </dgm:pt>
    <dgm:pt modelId="{B0B8D7BD-85E6-419C-93AE-531BAA775D5D}">
      <dgm:prSet phldrT="[Text]"/>
      <dgm:spPr/>
      <dgm:t>
        <a:bodyPr/>
        <a:lstStyle/>
        <a:p>
          <a:pPr algn="l"/>
          <a:r>
            <a:rPr lang="en-US" dirty="0" smtClean="0"/>
            <a:t>User’s</a:t>
          </a:r>
          <a:r>
            <a:rPr lang="en-US" smtClean="0"/>
            <a:t> activity</a:t>
          </a:r>
          <a:br>
            <a:rPr lang="en-US" smtClean="0"/>
          </a:br>
          <a:r>
            <a:rPr lang="en-US" smtClean="0"/>
            <a:t>Timer</a:t>
          </a:r>
          <a:br>
            <a:rPr lang="en-US" smtClean="0"/>
          </a:br>
          <a:r>
            <a:rPr lang="en-US" smtClean="0"/>
            <a:t>Another </a:t>
          </a:r>
          <a:r>
            <a:rPr lang="en-US" dirty="0" smtClean="0"/>
            <a:t>reason</a:t>
          </a:r>
          <a:endParaRPr lang="uk-UA" dirty="0"/>
        </a:p>
      </dgm:t>
    </dgm:pt>
    <dgm:pt modelId="{2ED7D937-2FF1-4F66-870A-43CCC6535CDC}" type="parTrans" cxnId="{48A8FE78-F6F8-4517-9B0C-A8F5832F2809}">
      <dgm:prSet/>
      <dgm:spPr/>
      <dgm:t>
        <a:bodyPr/>
        <a:lstStyle/>
        <a:p>
          <a:endParaRPr lang="uk-UA"/>
        </a:p>
      </dgm:t>
    </dgm:pt>
    <dgm:pt modelId="{A8F1E316-5FA2-4EF9-801F-E54034B704A6}" type="sibTrans" cxnId="{48A8FE78-F6F8-4517-9B0C-A8F5832F2809}">
      <dgm:prSet/>
      <dgm:spPr/>
      <dgm:t>
        <a:bodyPr/>
        <a:lstStyle/>
        <a:p>
          <a:endParaRPr lang="uk-UA"/>
        </a:p>
      </dgm:t>
    </dgm:pt>
    <dgm:pt modelId="{865AA925-8372-44BD-A862-BD29D2E9798B}">
      <dgm:prSet phldrT="[Text]"/>
      <dgm:spPr/>
      <dgm:t>
        <a:bodyPr/>
        <a:lstStyle/>
        <a:p>
          <a:pPr algn="l"/>
          <a:r>
            <a:rPr lang="en-US" dirty="0" smtClean="0"/>
            <a:t>Browser</a:t>
          </a:r>
          <a:br>
            <a:rPr lang="en-US" dirty="0" smtClean="0"/>
          </a:br>
          <a:r>
            <a:rPr lang="en-US" dirty="0" smtClean="0">
              <a:sym typeface="Wingdings" pitchFamily="2" charset="2"/>
            </a:rPr>
            <a:t> window…</a:t>
          </a:r>
          <a:br>
            <a:rPr lang="en-US" dirty="0" smtClean="0">
              <a:sym typeface="Wingdings" pitchFamily="2" charset="2"/>
            </a:rPr>
          </a:br>
          <a:r>
            <a:rPr lang="en-US" dirty="0" smtClean="0">
              <a:sym typeface="Wingdings" pitchFamily="2" charset="2"/>
            </a:rPr>
            <a:t></a:t>
          </a:r>
          <a:r>
            <a:rPr lang="en-US" dirty="0" err="1" smtClean="0">
              <a:sym typeface="Wingdings" pitchFamily="2" charset="2"/>
            </a:rPr>
            <a:t>document.chilbren</a:t>
          </a:r>
          <a:r>
            <a:rPr lang="en-US" dirty="0" smtClean="0">
              <a:sym typeface="Wingdings" pitchFamily="2" charset="2"/>
            </a:rPr>
            <a:t>[]...</a:t>
          </a:r>
          <a:endParaRPr lang="uk-UA" dirty="0"/>
        </a:p>
      </dgm:t>
    </dgm:pt>
    <dgm:pt modelId="{F16E2CF8-A04F-4304-9FBE-6975440626E5}" type="parTrans" cxnId="{062808AB-C9A2-471B-8837-5C34183B788B}">
      <dgm:prSet/>
      <dgm:spPr/>
      <dgm:t>
        <a:bodyPr/>
        <a:lstStyle/>
        <a:p>
          <a:endParaRPr lang="uk-UA"/>
        </a:p>
      </dgm:t>
    </dgm:pt>
    <dgm:pt modelId="{372A53B1-719A-4F06-8C82-3BB9FDBD2B0B}" type="sibTrans" cxnId="{062808AB-C9A2-471B-8837-5C34183B788B}">
      <dgm:prSet/>
      <dgm:spPr/>
      <dgm:t>
        <a:bodyPr/>
        <a:lstStyle/>
        <a:p>
          <a:endParaRPr lang="uk-UA"/>
        </a:p>
      </dgm:t>
    </dgm:pt>
    <dgm:pt modelId="{CA22C44D-79F6-41CD-9A09-AB73BB961A52}">
      <dgm:prSet phldrT="[Text]"/>
      <dgm:spPr/>
      <dgm:t>
        <a:bodyPr/>
        <a:lstStyle/>
        <a:p>
          <a:pPr algn="l"/>
          <a:r>
            <a:rPr lang="en-US" dirty="0" smtClean="0"/>
            <a:t>Original event</a:t>
          </a:r>
          <a:br>
            <a:rPr lang="en-US" dirty="0" smtClean="0"/>
          </a:br>
          <a:r>
            <a:rPr lang="en-US" dirty="0" smtClean="0"/>
            <a:t>(e.g., link following)</a:t>
          </a:r>
          <a:endParaRPr lang="uk-UA" dirty="0"/>
        </a:p>
      </dgm:t>
    </dgm:pt>
    <dgm:pt modelId="{B0C47991-7C36-4564-ACF9-FF5B79436B49}" type="parTrans" cxnId="{27B55A89-2752-4163-AE37-73B8F13DF2E5}">
      <dgm:prSet/>
      <dgm:spPr/>
      <dgm:t>
        <a:bodyPr/>
        <a:lstStyle/>
        <a:p>
          <a:endParaRPr lang="uk-UA"/>
        </a:p>
      </dgm:t>
    </dgm:pt>
    <dgm:pt modelId="{BA40334D-AB9C-44BE-96CB-2CB5A3C0B46E}" type="sibTrans" cxnId="{27B55A89-2752-4163-AE37-73B8F13DF2E5}">
      <dgm:prSet/>
      <dgm:spPr/>
      <dgm:t>
        <a:bodyPr/>
        <a:lstStyle/>
        <a:p>
          <a:endParaRPr lang="uk-UA"/>
        </a:p>
      </dgm:t>
    </dgm:pt>
    <dgm:pt modelId="{EE784287-588D-454D-9B97-A2177C34631D}">
      <dgm:prSet phldrT="[Text]"/>
      <dgm:spPr/>
      <dgm:t>
        <a:bodyPr/>
        <a:lstStyle/>
        <a:p>
          <a:pPr algn="l"/>
          <a:r>
            <a:rPr lang="en-US" dirty="0" smtClean="0"/>
            <a:t>Event</a:t>
          </a:r>
          <a:br>
            <a:rPr lang="en-US" dirty="0" smtClean="0"/>
          </a:br>
          <a:r>
            <a:rPr lang="en-US" dirty="0" smtClean="0">
              <a:sym typeface="Wingdings" pitchFamily="2" charset="2"/>
            </a:rPr>
            <a:t> new Object event;</a:t>
          </a:r>
          <a:endParaRPr lang="uk-UA" dirty="0"/>
        </a:p>
      </dgm:t>
    </dgm:pt>
    <dgm:pt modelId="{4154159A-B7D1-4954-ADC4-C05ACC221E38}" type="parTrans" cxnId="{7AFD238E-5F9A-4C0E-B0FA-338045010694}">
      <dgm:prSet/>
      <dgm:spPr/>
      <dgm:t>
        <a:bodyPr/>
        <a:lstStyle/>
        <a:p>
          <a:endParaRPr lang="uk-UA"/>
        </a:p>
      </dgm:t>
    </dgm:pt>
    <dgm:pt modelId="{B1F798A5-9AE3-4AAC-A54C-DEB5531868AA}" type="sibTrans" cxnId="{7AFD238E-5F9A-4C0E-B0FA-338045010694}">
      <dgm:prSet/>
      <dgm:spPr/>
      <dgm:t>
        <a:bodyPr/>
        <a:lstStyle/>
        <a:p>
          <a:endParaRPr lang="uk-UA"/>
        </a:p>
      </dgm:t>
    </dgm:pt>
    <dgm:pt modelId="{062D09DF-48B2-4270-8D8F-D2E3F7F068C7}">
      <dgm:prSet phldrT="[Text]"/>
      <dgm:spPr/>
      <dgm:t>
        <a:bodyPr/>
        <a:lstStyle/>
        <a:p>
          <a:pPr algn="l"/>
          <a:r>
            <a:rPr lang="en-US" dirty="0" smtClean="0"/>
            <a:t>Custom event</a:t>
          </a:r>
          <a:endParaRPr lang="uk-UA" dirty="0"/>
        </a:p>
      </dgm:t>
    </dgm:pt>
    <dgm:pt modelId="{05BD5C25-813C-456A-BAD0-B3B4921AF86E}" type="parTrans" cxnId="{8521E61D-40DB-4291-915B-39481A579847}">
      <dgm:prSet/>
      <dgm:spPr/>
      <dgm:t>
        <a:bodyPr/>
        <a:lstStyle/>
        <a:p>
          <a:endParaRPr lang="uk-UA"/>
        </a:p>
      </dgm:t>
    </dgm:pt>
    <dgm:pt modelId="{3B9703BF-7BF0-4C17-9EB8-83B1D1C53484}" type="sibTrans" cxnId="{8521E61D-40DB-4291-915B-39481A579847}">
      <dgm:prSet/>
      <dgm:spPr/>
      <dgm:t>
        <a:bodyPr/>
        <a:lstStyle/>
        <a:p>
          <a:endParaRPr lang="uk-UA"/>
        </a:p>
      </dgm:t>
    </dgm:pt>
    <dgm:pt modelId="{2A18C6D8-796C-41FF-8FE0-1FF43550C975}" type="pres">
      <dgm:prSet presAssocID="{7935A3AE-4113-4A97-9EF0-55D854B3F53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0179F160-C7F6-4583-AB1A-96128E4AFF7C}" type="pres">
      <dgm:prSet presAssocID="{B0B8D7BD-85E6-419C-93AE-531BAA775D5D}" presName="root1" presStyleCnt="0"/>
      <dgm:spPr/>
    </dgm:pt>
    <dgm:pt modelId="{E8A28CA8-7F2F-4848-B220-50D9D0889D05}" type="pres">
      <dgm:prSet presAssocID="{B0B8D7BD-85E6-419C-93AE-531BAA775D5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uk-UA"/>
        </a:p>
      </dgm:t>
    </dgm:pt>
    <dgm:pt modelId="{55129559-CBDE-4091-9E6D-1CA287A1635B}" type="pres">
      <dgm:prSet presAssocID="{B0B8D7BD-85E6-419C-93AE-531BAA775D5D}" presName="level2hierChild" presStyleCnt="0"/>
      <dgm:spPr/>
    </dgm:pt>
    <dgm:pt modelId="{D057FD9E-94F5-414E-9BEF-F7C9FF23848F}" type="pres">
      <dgm:prSet presAssocID="{F16E2CF8-A04F-4304-9FBE-6975440626E5}" presName="conn2-1" presStyleLbl="parChTrans1D2" presStyleIdx="0" presStyleCnt="1"/>
      <dgm:spPr/>
      <dgm:t>
        <a:bodyPr/>
        <a:lstStyle/>
        <a:p>
          <a:endParaRPr lang="uk-UA"/>
        </a:p>
      </dgm:t>
    </dgm:pt>
    <dgm:pt modelId="{D9712E7C-B369-4A92-925A-5F1A595766A2}" type="pres">
      <dgm:prSet presAssocID="{F16E2CF8-A04F-4304-9FBE-6975440626E5}" presName="connTx" presStyleLbl="parChTrans1D2" presStyleIdx="0" presStyleCnt="1"/>
      <dgm:spPr/>
      <dgm:t>
        <a:bodyPr/>
        <a:lstStyle/>
        <a:p>
          <a:endParaRPr lang="uk-UA"/>
        </a:p>
      </dgm:t>
    </dgm:pt>
    <dgm:pt modelId="{26813136-5BD2-4A9B-83E5-5A5B63350705}" type="pres">
      <dgm:prSet presAssocID="{865AA925-8372-44BD-A862-BD29D2E9798B}" presName="root2" presStyleCnt="0"/>
      <dgm:spPr/>
    </dgm:pt>
    <dgm:pt modelId="{5E78EC31-E664-4325-84C9-60BDDEFFC0AB}" type="pres">
      <dgm:prSet presAssocID="{865AA925-8372-44BD-A862-BD29D2E9798B}" presName="LevelTwoTextNode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uk-UA"/>
        </a:p>
      </dgm:t>
    </dgm:pt>
    <dgm:pt modelId="{D6F0CAE3-FD11-4E3F-82A7-0BD42AED2069}" type="pres">
      <dgm:prSet presAssocID="{865AA925-8372-44BD-A862-BD29D2E9798B}" presName="level3hierChild" presStyleCnt="0"/>
      <dgm:spPr/>
    </dgm:pt>
    <dgm:pt modelId="{C04B9AEF-20B8-4166-8AE4-5A8FA7922D47}" type="pres">
      <dgm:prSet presAssocID="{4154159A-B7D1-4954-ADC4-C05ACC221E38}" presName="conn2-1" presStyleLbl="parChTrans1D3" presStyleIdx="0" presStyleCnt="1"/>
      <dgm:spPr/>
      <dgm:t>
        <a:bodyPr/>
        <a:lstStyle/>
        <a:p>
          <a:endParaRPr lang="uk-UA"/>
        </a:p>
      </dgm:t>
    </dgm:pt>
    <dgm:pt modelId="{B1011504-DB13-4974-BC4C-D2E879770807}" type="pres">
      <dgm:prSet presAssocID="{4154159A-B7D1-4954-ADC4-C05ACC221E38}" presName="connTx" presStyleLbl="parChTrans1D3" presStyleIdx="0" presStyleCnt="1"/>
      <dgm:spPr/>
      <dgm:t>
        <a:bodyPr/>
        <a:lstStyle/>
        <a:p>
          <a:endParaRPr lang="uk-UA"/>
        </a:p>
      </dgm:t>
    </dgm:pt>
    <dgm:pt modelId="{5BC2A2FF-8EF7-4C8F-8832-88D953654146}" type="pres">
      <dgm:prSet presAssocID="{EE784287-588D-454D-9B97-A2177C34631D}" presName="root2" presStyleCnt="0"/>
      <dgm:spPr/>
    </dgm:pt>
    <dgm:pt modelId="{FD71ECBF-F9CA-4D1F-AC92-0DB5E2F3C47F}" type="pres">
      <dgm:prSet presAssocID="{EE784287-588D-454D-9B97-A2177C34631D}" presName="LevelTwoTextNode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uk-UA"/>
        </a:p>
      </dgm:t>
    </dgm:pt>
    <dgm:pt modelId="{71A73475-E579-4754-AA5F-95D48EC33571}" type="pres">
      <dgm:prSet presAssocID="{EE784287-588D-454D-9B97-A2177C34631D}" presName="level3hierChild" presStyleCnt="0"/>
      <dgm:spPr/>
    </dgm:pt>
    <dgm:pt modelId="{F10EB8B6-447B-4570-AAC1-E7EDA68283AF}" type="pres">
      <dgm:prSet presAssocID="{05BD5C25-813C-456A-BAD0-B3B4921AF86E}" presName="conn2-1" presStyleLbl="parChTrans1D4" presStyleIdx="0" presStyleCnt="2"/>
      <dgm:spPr/>
      <dgm:t>
        <a:bodyPr/>
        <a:lstStyle/>
        <a:p>
          <a:endParaRPr lang="uk-UA"/>
        </a:p>
      </dgm:t>
    </dgm:pt>
    <dgm:pt modelId="{66CB4D87-E70F-4F79-ABCF-E602961B7436}" type="pres">
      <dgm:prSet presAssocID="{05BD5C25-813C-456A-BAD0-B3B4921AF86E}" presName="connTx" presStyleLbl="parChTrans1D4" presStyleIdx="0" presStyleCnt="2"/>
      <dgm:spPr/>
      <dgm:t>
        <a:bodyPr/>
        <a:lstStyle/>
        <a:p>
          <a:endParaRPr lang="uk-UA"/>
        </a:p>
      </dgm:t>
    </dgm:pt>
    <dgm:pt modelId="{0054966B-DCF5-46F9-9843-B47B490FA571}" type="pres">
      <dgm:prSet presAssocID="{062D09DF-48B2-4270-8D8F-D2E3F7F068C7}" presName="root2" presStyleCnt="0"/>
      <dgm:spPr/>
    </dgm:pt>
    <dgm:pt modelId="{14BBEA8D-175B-461F-B843-D32CEE8AC0B9}" type="pres">
      <dgm:prSet presAssocID="{062D09DF-48B2-4270-8D8F-D2E3F7F068C7}" presName="LevelTwoTextNode" presStyleLbl="node4" presStyleIdx="0" presStyleCnt="2">
        <dgm:presLayoutVars>
          <dgm:chPref val="3"/>
        </dgm:presLayoutVars>
      </dgm:prSet>
      <dgm:spPr/>
      <dgm:t>
        <a:bodyPr/>
        <a:lstStyle/>
        <a:p>
          <a:endParaRPr lang="uk-UA"/>
        </a:p>
      </dgm:t>
    </dgm:pt>
    <dgm:pt modelId="{47086765-F317-4896-83B4-A32180549F08}" type="pres">
      <dgm:prSet presAssocID="{062D09DF-48B2-4270-8D8F-D2E3F7F068C7}" presName="level3hierChild" presStyleCnt="0"/>
      <dgm:spPr/>
    </dgm:pt>
    <dgm:pt modelId="{DE9494D9-CC16-4E43-B214-2974AEAA47E9}" type="pres">
      <dgm:prSet presAssocID="{B0C47991-7C36-4564-ACF9-FF5B79436B49}" presName="conn2-1" presStyleLbl="parChTrans1D4" presStyleIdx="1" presStyleCnt="2"/>
      <dgm:spPr/>
      <dgm:t>
        <a:bodyPr/>
        <a:lstStyle/>
        <a:p>
          <a:endParaRPr lang="uk-UA"/>
        </a:p>
      </dgm:t>
    </dgm:pt>
    <dgm:pt modelId="{49B2DD6E-AE31-491D-A390-37C5FDF3FF1F}" type="pres">
      <dgm:prSet presAssocID="{B0C47991-7C36-4564-ACF9-FF5B79436B49}" presName="connTx" presStyleLbl="parChTrans1D4" presStyleIdx="1" presStyleCnt="2"/>
      <dgm:spPr/>
      <dgm:t>
        <a:bodyPr/>
        <a:lstStyle/>
        <a:p>
          <a:endParaRPr lang="uk-UA"/>
        </a:p>
      </dgm:t>
    </dgm:pt>
    <dgm:pt modelId="{9ADCE560-585E-4586-B355-D1D58591D37D}" type="pres">
      <dgm:prSet presAssocID="{CA22C44D-79F6-41CD-9A09-AB73BB961A52}" presName="root2" presStyleCnt="0"/>
      <dgm:spPr/>
    </dgm:pt>
    <dgm:pt modelId="{CB6203D7-1C59-444F-8396-5E918D6FB736}" type="pres">
      <dgm:prSet presAssocID="{CA22C44D-79F6-41CD-9A09-AB73BB961A52}" presName="LevelTwoTextNode" presStyleLbl="node4" presStyleIdx="1" presStyleCnt="2">
        <dgm:presLayoutVars>
          <dgm:chPref val="3"/>
        </dgm:presLayoutVars>
      </dgm:prSet>
      <dgm:spPr/>
      <dgm:t>
        <a:bodyPr/>
        <a:lstStyle/>
        <a:p>
          <a:endParaRPr lang="uk-UA"/>
        </a:p>
      </dgm:t>
    </dgm:pt>
    <dgm:pt modelId="{0E07F883-4291-4DC9-8ABC-91950678441A}" type="pres">
      <dgm:prSet presAssocID="{CA22C44D-79F6-41CD-9A09-AB73BB961A52}" presName="level3hierChild" presStyleCnt="0"/>
      <dgm:spPr/>
    </dgm:pt>
  </dgm:ptLst>
  <dgm:cxnLst>
    <dgm:cxn modelId="{D76B80F2-BA15-427B-971A-2FD94F3DAEF2}" type="presOf" srcId="{F16E2CF8-A04F-4304-9FBE-6975440626E5}" destId="{D9712E7C-B369-4A92-925A-5F1A595766A2}" srcOrd="1" destOrd="0" presId="urn:microsoft.com/office/officeart/2005/8/layout/hierarchy2"/>
    <dgm:cxn modelId="{062808AB-C9A2-471B-8837-5C34183B788B}" srcId="{B0B8D7BD-85E6-419C-93AE-531BAA775D5D}" destId="{865AA925-8372-44BD-A862-BD29D2E9798B}" srcOrd="0" destOrd="0" parTransId="{F16E2CF8-A04F-4304-9FBE-6975440626E5}" sibTransId="{372A53B1-719A-4F06-8C82-3BB9FDBD2B0B}"/>
    <dgm:cxn modelId="{8521E61D-40DB-4291-915B-39481A579847}" srcId="{EE784287-588D-454D-9B97-A2177C34631D}" destId="{062D09DF-48B2-4270-8D8F-D2E3F7F068C7}" srcOrd="0" destOrd="0" parTransId="{05BD5C25-813C-456A-BAD0-B3B4921AF86E}" sibTransId="{3B9703BF-7BF0-4C17-9EB8-83B1D1C53484}"/>
    <dgm:cxn modelId="{8C31849F-588E-4E2B-A6B6-B9495EE8B611}" type="presOf" srcId="{865AA925-8372-44BD-A862-BD29D2E9798B}" destId="{5E78EC31-E664-4325-84C9-60BDDEFFC0AB}" srcOrd="0" destOrd="0" presId="urn:microsoft.com/office/officeart/2005/8/layout/hierarchy2"/>
    <dgm:cxn modelId="{83551A66-FE5D-4935-A37B-7A419FDFA101}" type="presOf" srcId="{05BD5C25-813C-456A-BAD0-B3B4921AF86E}" destId="{F10EB8B6-447B-4570-AAC1-E7EDA68283AF}" srcOrd="0" destOrd="0" presId="urn:microsoft.com/office/officeart/2005/8/layout/hierarchy2"/>
    <dgm:cxn modelId="{CADD1321-C310-4BBD-AA5F-DA85F1B89D90}" type="presOf" srcId="{EE784287-588D-454D-9B97-A2177C34631D}" destId="{FD71ECBF-F9CA-4D1F-AC92-0DB5E2F3C47F}" srcOrd="0" destOrd="0" presId="urn:microsoft.com/office/officeart/2005/8/layout/hierarchy2"/>
    <dgm:cxn modelId="{0FB49981-61E4-47E8-A8AD-608559E46ACD}" type="presOf" srcId="{B0B8D7BD-85E6-419C-93AE-531BAA775D5D}" destId="{E8A28CA8-7F2F-4848-B220-50D9D0889D05}" srcOrd="0" destOrd="0" presId="urn:microsoft.com/office/officeart/2005/8/layout/hierarchy2"/>
    <dgm:cxn modelId="{384F9969-4192-406F-8F31-D02A9F4AE46D}" type="presOf" srcId="{062D09DF-48B2-4270-8D8F-D2E3F7F068C7}" destId="{14BBEA8D-175B-461F-B843-D32CEE8AC0B9}" srcOrd="0" destOrd="0" presId="urn:microsoft.com/office/officeart/2005/8/layout/hierarchy2"/>
    <dgm:cxn modelId="{054D2663-F630-46F8-A4BE-03CFB472B79B}" type="presOf" srcId="{F16E2CF8-A04F-4304-9FBE-6975440626E5}" destId="{D057FD9E-94F5-414E-9BEF-F7C9FF23848F}" srcOrd="0" destOrd="0" presId="urn:microsoft.com/office/officeart/2005/8/layout/hierarchy2"/>
    <dgm:cxn modelId="{CDBB8B8E-C1E1-497E-9C1B-E852BEEE3D00}" type="presOf" srcId="{B0C47991-7C36-4564-ACF9-FF5B79436B49}" destId="{49B2DD6E-AE31-491D-A390-37C5FDF3FF1F}" srcOrd="1" destOrd="0" presId="urn:microsoft.com/office/officeart/2005/8/layout/hierarchy2"/>
    <dgm:cxn modelId="{4046739A-B083-4279-9522-620711A6C5C1}" type="presOf" srcId="{4154159A-B7D1-4954-ADC4-C05ACC221E38}" destId="{B1011504-DB13-4974-BC4C-D2E879770807}" srcOrd="1" destOrd="0" presId="urn:microsoft.com/office/officeart/2005/8/layout/hierarchy2"/>
    <dgm:cxn modelId="{B27F64A1-CBF1-440A-B0F0-0C68FAE2DCF1}" type="presOf" srcId="{4154159A-B7D1-4954-ADC4-C05ACC221E38}" destId="{C04B9AEF-20B8-4166-8AE4-5A8FA7922D47}" srcOrd="0" destOrd="0" presId="urn:microsoft.com/office/officeart/2005/8/layout/hierarchy2"/>
    <dgm:cxn modelId="{7AFD238E-5F9A-4C0E-B0FA-338045010694}" srcId="{865AA925-8372-44BD-A862-BD29D2E9798B}" destId="{EE784287-588D-454D-9B97-A2177C34631D}" srcOrd="0" destOrd="0" parTransId="{4154159A-B7D1-4954-ADC4-C05ACC221E38}" sibTransId="{B1F798A5-9AE3-4AAC-A54C-DEB5531868AA}"/>
    <dgm:cxn modelId="{B13A76B4-C14F-4C72-8E6B-9BD519109B0F}" type="presOf" srcId="{7935A3AE-4113-4A97-9EF0-55D854B3F53B}" destId="{2A18C6D8-796C-41FF-8FE0-1FF43550C975}" srcOrd="0" destOrd="0" presId="urn:microsoft.com/office/officeart/2005/8/layout/hierarchy2"/>
    <dgm:cxn modelId="{48A8FE78-F6F8-4517-9B0C-A8F5832F2809}" srcId="{7935A3AE-4113-4A97-9EF0-55D854B3F53B}" destId="{B0B8D7BD-85E6-419C-93AE-531BAA775D5D}" srcOrd="0" destOrd="0" parTransId="{2ED7D937-2FF1-4F66-870A-43CCC6535CDC}" sibTransId="{A8F1E316-5FA2-4EF9-801F-E54034B704A6}"/>
    <dgm:cxn modelId="{C677FD69-4F08-47F4-954C-35368723D3D6}" type="presOf" srcId="{B0C47991-7C36-4564-ACF9-FF5B79436B49}" destId="{DE9494D9-CC16-4E43-B214-2974AEAA47E9}" srcOrd="0" destOrd="0" presId="urn:microsoft.com/office/officeart/2005/8/layout/hierarchy2"/>
    <dgm:cxn modelId="{F39180D2-9B3F-491E-864C-2C9EF48F1DAA}" type="presOf" srcId="{CA22C44D-79F6-41CD-9A09-AB73BB961A52}" destId="{CB6203D7-1C59-444F-8396-5E918D6FB736}" srcOrd="0" destOrd="0" presId="urn:microsoft.com/office/officeart/2005/8/layout/hierarchy2"/>
    <dgm:cxn modelId="{29B3310E-0716-4B93-9071-65DD2490AE09}" type="presOf" srcId="{05BD5C25-813C-456A-BAD0-B3B4921AF86E}" destId="{66CB4D87-E70F-4F79-ABCF-E602961B7436}" srcOrd="1" destOrd="0" presId="urn:microsoft.com/office/officeart/2005/8/layout/hierarchy2"/>
    <dgm:cxn modelId="{27B55A89-2752-4163-AE37-73B8F13DF2E5}" srcId="{EE784287-588D-454D-9B97-A2177C34631D}" destId="{CA22C44D-79F6-41CD-9A09-AB73BB961A52}" srcOrd="1" destOrd="0" parTransId="{B0C47991-7C36-4564-ACF9-FF5B79436B49}" sibTransId="{BA40334D-AB9C-44BE-96CB-2CB5A3C0B46E}"/>
    <dgm:cxn modelId="{206B7E4B-B509-43E7-9C3E-FA9BACEF4755}" type="presParOf" srcId="{2A18C6D8-796C-41FF-8FE0-1FF43550C975}" destId="{0179F160-C7F6-4583-AB1A-96128E4AFF7C}" srcOrd="0" destOrd="0" presId="urn:microsoft.com/office/officeart/2005/8/layout/hierarchy2"/>
    <dgm:cxn modelId="{E6F896B1-638F-49CF-A375-FE0A88F94181}" type="presParOf" srcId="{0179F160-C7F6-4583-AB1A-96128E4AFF7C}" destId="{E8A28CA8-7F2F-4848-B220-50D9D0889D05}" srcOrd="0" destOrd="0" presId="urn:microsoft.com/office/officeart/2005/8/layout/hierarchy2"/>
    <dgm:cxn modelId="{A59DB030-7EDD-4408-B744-87F5D7829E07}" type="presParOf" srcId="{0179F160-C7F6-4583-AB1A-96128E4AFF7C}" destId="{55129559-CBDE-4091-9E6D-1CA287A1635B}" srcOrd="1" destOrd="0" presId="urn:microsoft.com/office/officeart/2005/8/layout/hierarchy2"/>
    <dgm:cxn modelId="{1A3EFDE6-4713-4C8F-80EF-11F53F9F8A85}" type="presParOf" srcId="{55129559-CBDE-4091-9E6D-1CA287A1635B}" destId="{D057FD9E-94F5-414E-9BEF-F7C9FF23848F}" srcOrd="0" destOrd="0" presId="urn:microsoft.com/office/officeart/2005/8/layout/hierarchy2"/>
    <dgm:cxn modelId="{DC89A36A-4656-4646-BABC-8C1473863144}" type="presParOf" srcId="{D057FD9E-94F5-414E-9BEF-F7C9FF23848F}" destId="{D9712E7C-B369-4A92-925A-5F1A595766A2}" srcOrd="0" destOrd="0" presId="urn:microsoft.com/office/officeart/2005/8/layout/hierarchy2"/>
    <dgm:cxn modelId="{83D99F58-2368-4B68-BA1D-D9DD7084B824}" type="presParOf" srcId="{55129559-CBDE-4091-9E6D-1CA287A1635B}" destId="{26813136-5BD2-4A9B-83E5-5A5B63350705}" srcOrd="1" destOrd="0" presId="urn:microsoft.com/office/officeart/2005/8/layout/hierarchy2"/>
    <dgm:cxn modelId="{A3C27796-8369-46BD-9452-E381E2E17748}" type="presParOf" srcId="{26813136-5BD2-4A9B-83E5-5A5B63350705}" destId="{5E78EC31-E664-4325-84C9-60BDDEFFC0AB}" srcOrd="0" destOrd="0" presId="urn:microsoft.com/office/officeart/2005/8/layout/hierarchy2"/>
    <dgm:cxn modelId="{B9D1A01B-C322-4BE9-9C16-9F8BF1059827}" type="presParOf" srcId="{26813136-5BD2-4A9B-83E5-5A5B63350705}" destId="{D6F0CAE3-FD11-4E3F-82A7-0BD42AED2069}" srcOrd="1" destOrd="0" presId="urn:microsoft.com/office/officeart/2005/8/layout/hierarchy2"/>
    <dgm:cxn modelId="{EF2DB116-195E-46F1-B31D-9CD96E5E1AB5}" type="presParOf" srcId="{D6F0CAE3-FD11-4E3F-82A7-0BD42AED2069}" destId="{C04B9AEF-20B8-4166-8AE4-5A8FA7922D47}" srcOrd="0" destOrd="0" presId="urn:microsoft.com/office/officeart/2005/8/layout/hierarchy2"/>
    <dgm:cxn modelId="{6F03F4E2-9D6D-4449-97B0-F0B61F207918}" type="presParOf" srcId="{C04B9AEF-20B8-4166-8AE4-5A8FA7922D47}" destId="{B1011504-DB13-4974-BC4C-D2E879770807}" srcOrd="0" destOrd="0" presId="urn:microsoft.com/office/officeart/2005/8/layout/hierarchy2"/>
    <dgm:cxn modelId="{844E7071-7B02-4F8C-89C1-F3E52D22DBC9}" type="presParOf" srcId="{D6F0CAE3-FD11-4E3F-82A7-0BD42AED2069}" destId="{5BC2A2FF-8EF7-4C8F-8832-88D953654146}" srcOrd="1" destOrd="0" presId="urn:microsoft.com/office/officeart/2005/8/layout/hierarchy2"/>
    <dgm:cxn modelId="{9768F6D5-A763-4585-A872-5871544F885E}" type="presParOf" srcId="{5BC2A2FF-8EF7-4C8F-8832-88D953654146}" destId="{FD71ECBF-F9CA-4D1F-AC92-0DB5E2F3C47F}" srcOrd="0" destOrd="0" presId="urn:microsoft.com/office/officeart/2005/8/layout/hierarchy2"/>
    <dgm:cxn modelId="{A82ECAE1-5FC1-463C-BF03-B9BC63A18A25}" type="presParOf" srcId="{5BC2A2FF-8EF7-4C8F-8832-88D953654146}" destId="{71A73475-E579-4754-AA5F-95D48EC33571}" srcOrd="1" destOrd="0" presId="urn:microsoft.com/office/officeart/2005/8/layout/hierarchy2"/>
    <dgm:cxn modelId="{53DC22FE-0777-4D57-8254-0F188FC4C518}" type="presParOf" srcId="{71A73475-E579-4754-AA5F-95D48EC33571}" destId="{F10EB8B6-447B-4570-AAC1-E7EDA68283AF}" srcOrd="0" destOrd="0" presId="urn:microsoft.com/office/officeart/2005/8/layout/hierarchy2"/>
    <dgm:cxn modelId="{8F1D30D0-139E-4520-8FB3-5C42360F651F}" type="presParOf" srcId="{F10EB8B6-447B-4570-AAC1-E7EDA68283AF}" destId="{66CB4D87-E70F-4F79-ABCF-E602961B7436}" srcOrd="0" destOrd="0" presId="urn:microsoft.com/office/officeart/2005/8/layout/hierarchy2"/>
    <dgm:cxn modelId="{A37C20F3-43C0-49A3-964E-3A26E7E9A371}" type="presParOf" srcId="{71A73475-E579-4754-AA5F-95D48EC33571}" destId="{0054966B-DCF5-46F9-9843-B47B490FA571}" srcOrd="1" destOrd="0" presId="urn:microsoft.com/office/officeart/2005/8/layout/hierarchy2"/>
    <dgm:cxn modelId="{F1A18AF3-6029-4897-8612-CF3447CEB4FF}" type="presParOf" srcId="{0054966B-DCF5-46F9-9843-B47B490FA571}" destId="{14BBEA8D-175B-461F-B843-D32CEE8AC0B9}" srcOrd="0" destOrd="0" presId="urn:microsoft.com/office/officeart/2005/8/layout/hierarchy2"/>
    <dgm:cxn modelId="{06CE9FC4-FE4B-48FA-B54B-7957623DD2F0}" type="presParOf" srcId="{0054966B-DCF5-46F9-9843-B47B490FA571}" destId="{47086765-F317-4896-83B4-A32180549F08}" srcOrd="1" destOrd="0" presId="urn:microsoft.com/office/officeart/2005/8/layout/hierarchy2"/>
    <dgm:cxn modelId="{8BD5C86B-126B-436F-9249-683A40DE7ABA}" type="presParOf" srcId="{71A73475-E579-4754-AA5F-95D48EC33571}" destId="{DE9494D9-CC16-4E43-B214-2974AEAA47E9}" srcOrd="2" destOrd="0" presId="urn:microsoft.com/office/officeart/2005/8/layout/hierarchy2"/>
    <dgm:cxn modelId="{01023B22-FA28-46F3-ACD7-8CB82F942AB7}" type="presParOf" srcId="{DE9494D9-CC16-4E43-B214-2974AEAA47E9}" destId="{49B2DD6E-AE31-491D-A390-37C5FDF3FF1F}" srcOrd="0" destOrd="0" presId="urn:microsoft.com/office/officeart/2005/8/layout/hierarchy2"/>
    <dgm:cxn modelId="{CE93BA2D-B9A2-40B1-A251-382EC9D7BB2B}" type="presParOf" srcId="{71A73475-E579-4754-AA5F-95D48EC33571}" destId="{9ADCE560-585E-4586-B355-D1D58591D37D}" srcOrd="3" destOrd="0" presId="urn:microsoft.com/office/officeart/2005/8/layout/hierarchy2"/>
    <dgm:cxn modelId="{B3EB91AE-17C2-47B3-8D7F-E1C4BE771176}" type="presParOf" srcId="{9ADCE560-585E-4586-B355-D1D58591D37D}" destId="{CB6203D7-1C59-444F-8396-5E918D6FB736}" srcOrd="0" destOrd="0" presId="urn:microsoft.com/office/officeart/2005/8/layout/hierarchy2"/>
    <dgm:cxn modelId="{9D60EE0B-BBAD-488E-A3E8-FCD808FBC0EE}" type="presParOf" srcId="{9ADCE560-585E-4586-B355-D1D58591D37D}" destId="{0E07F883-4291-4DC9-8ABC-91950678441A}" srcOrd="1" destOrd="0" presId="urn:microsoft.com/office/officeart/2005/8/layout/hierarchy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6D99E-C6D5-4E37-998F-434449DFD517}" type="datetimeFigureOut">
              <a:rPr lang="en-US" smtClean="0"/>
              <a:pPr/>
              <a:t>1/4/2012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A4919-15E4-4E35-BCA7-8B3F16CCD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9617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9" name="Picture 8" descr="GettyImages_98064892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3685245"/>
            <a:ext cx="2058299" cy="14478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20" name="Picture 19" descr="GettyImages_95469335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3695700"/>
            <a:ext cx="2036064" cy="1597152"/>
          </a:xfrm>
          <a:prstGeom prst="rect">
            <a:avLst/>
          </a:prstGeom>
        </p:spPr>
      </p:pic>
      <p:grpSp>
        <p:nvGrpSpPr>
          <p:cNvPr id="8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15" name="Picture 14" descr="GettyImages_97541937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" y="3694463"/>
            <a:ext cx="1981199" cy="1320223"/>
          </a:xfrm>
          <a:prstGeom prst="rect">
            <a:avLst/>
          </a:prstGeom>
        </p:spPr>
      </p:pic>
      <p:grpSp>
        <p:nvGrpSpPr>
          <p:cNvPr id="8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14" name="Picture 13" descr="UP.jpg"/>
          <p:cNvPicPr>
            <a:picLocks noChangeAspect="1"/>
          </p:cNvPicPr>
          <p:nvPr userDrawn="1"/>
        </p:nvPicPr>
        <p:blipFill>
          <a:blip r:embed="rId3" cstate="print"/>
          <a:srcRect l="1220" t="2137" r="1300" b="1973"/>
          <a:stretch>
            <a:fillRect/>
          </a:stretch>
        </p:blipFill>
        <p:spPr>
          <a:xfrm>
            <a:off x="0" y="3695700"/>
            <a:ext cx="2133600" cy="1198351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8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3074" name="Picture 2" descr="C:\Documents and Settings\rmash\Desktop\GettyImages_stk80021cor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693885"/>
            <a:ext cx="1981200" cy="1981200"/>
          </a:xfrm>
          <a:prstGeom prst="rect">
            <a:avLst/>
          </a:prstGeom>
          <a:noFill/>
        </p:spPr>
      </p:pic>
      <p:grpSp>
        <p:nvGrpSpPr>
          <p:cNvPr id="2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4098" name="Picture 2" descr="C:\Documents and Settings\rmash\Desktop\GettyImages_80281950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5" y="3693884"/>
            <a:ext cx="2132835" cy="1420947"/>
          </a:xfrm>
          <a:prstGeom prst="rect">
            <a:avLst/>
          </a:prstGeom>
          <a:noFill/>
        </p:spPr>
      </p:pic>
      <p:grpSp>
        <p:nvGrpSpPr>
          <p:cNvPr id="2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5122" name="Picture 2" descr="C:\Documents and Settings\rmash\Desktop\GettyImages_102756315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777" y="3693885"/>
            <a:ext cx="2160778" cy="1439863"/>
          </a:xfrm>
          <a:prstGeom prst="rect">
            <a:avLst/>
          </a:prstGeom>
          <a:noFill/>
        </p:spPr>
      </p:pic>
      <p:grpSp>
        <p:nvGrpSpPr>
          <p:cNvPr id="2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6146" name="Picture 2" descr="C:\Documents and Settings\rmash\Desktop\GettyImages_96502260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701144"/>
            <a:ext cx="2133600" cy="1599814"/>
          </a:xfrm>
          <a:prstGeom prst="rect">
            <a:avLst/>
          </a:prstGeom>
          <a:noFill/>
        </p:spPr>
      </p:pic>
      <p:grpSp>
        <p:nvGrpSpPr>
          <p:cNvPr id="2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8229600" cy="1143000"/>
          </a:xfrm>
          <a:effectLst/>
        </p:spPr>
        <p:txBody>
          <a:bodyPr lIns="0" tIns="0" rIns="0" bIns="0" anchor="b" anchorCtr="0">
            <a:normAutofit/>
          </a:bodyPr>
          <a:lstStyle>
            <a:lvl1pPr algn="l">
              <a:defRPr sz="3600" cap="small" baseline="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 tIns="0" rIns="0" bIns="0"/>
          <a:lstStyle>
            <a:lvl1pPr marL="0" indent="0">
              <a:buFont typeface="Wingdings" pitchFamily="2" charset="2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717550" indent="-355600"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fld id="{A126ED19-93A4-45AB-9AB4-151D3539CCFC}" type="datetimeFigureOut">
              <a:rPr lang="en-US" smtClean="0"/>
              <a:pPr/>
              <a:t>1/4/2012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r>
              <a:rPr lang="en-US" dirty="0" smtClean="0"/>
              <a:t>HTML / CSS best practices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609600" cy="365125"/>
          </a:xfrm>
        </p:spPr>
        <p:txBody>
          <a:bodyPr lIns="0" tIns="0" rIns="0" bIns="0"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softserve logo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0" y="6324600"/>
            <a:ext cx="1428750" cy="400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962400"/>
            <a:ext cx="7772400" cy="44450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228600"/>
            <a:ext cx="152400" cy="6324600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76200" y="152400"/>
            <a:ext cx="533400" cy="6553200"/>
          </a:xfrm>
          <a:prstGeom prst="rect">
            <a:avLst/>
          </a:prstGeom>
          <a:solidFill>
            <a:schemeClr val="tx2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 rot="5400000">
            <a:off x="4381500" y="-876301"/>
            <a:ext cx="380999" cy="9144000"/>
          </a:xfrm>
          <a:prstGeom prst="rect">
            <a:avLst/>
          </a:prstGeom>
          <a:solidFill>
            <a:schemeClr val="tx2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softserve logo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0" y="6324600"/>
            <a:ext cx="1428750" cy="400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1/4/2012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softserve logo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0" y="6324600"/>
            <a:ext cx="1428750" cy="400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Font typeface="Wingdings" pitchFamily="2" charset="2"/>
              <a:buChar char="§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Font typeface="Wingdings" pitchFamily="2" charset="2"/>
              <a:buChar char="§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1/4/2012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1/4/2012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1/4/2012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2pPr>
            <a:lvl3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1/4/2012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Verdan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1/4/2012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1/4/2012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6ED19-93A4-45AB-9AB4-151D3539CCFC}" type="datetimeFigureOut">
              <a:rPr lang="en-US" smtClean="0"/>
              <a:pPr/>
              <a:t>1/4/2012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1295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rot="16200000">
            <a:off x="-2781300" y="3771900"/>
            <a:ext cx="5867400" cy="304800"/>
          </a:xfrm>
          <a:prstGeom prst="rect">
            <a:avLst/>
          </a:prstGeom>
          <a:solidFill>
            <a:schemeClr val="accent6">
              <a:lumMod val="75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52400" y="1600200"/>
            <a:ext cx="228600" cy="4953000"/>
          </a:xfrm>
          <a:prstGeom prst="rect">
            <a:avLst/>
          </a:prstGeom>
          <a:solidFill>
            <a:schemeClr val="accent1">
              <a:lumMod val="20000"/>
              <a:lumOff val="8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0" r:id="rId4"/>
    <p:sldLayoutId id="2147483662" r:id="rId5"/>
    <p:sldLayoutId id="2147483663" r:id="rId6"/>
    <p:sldLayoutId id="2147483664" r:id="rId7"/>
    <p:sldLayoutId id="2147483665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</p:sldLayoutIdLst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uirksmode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google.com/" TargetMode="External"/><Relationship Id="rId4" Type="http://schemas.openxmlformats.org/officeDocument/2006/relationships/hyperlink" Target="http://javascript.ru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JavaScript events.</a:t>
            </a:r>
          </a:p>
          <a:p>
            <a:r>
              <a:rPr lang="en-US" dirty="0" smtClean="0"/>
              <a:t>Event handling.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09800" y="5912644"/>
            <a:ext cx="281940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Roman </a:t>
            </a:r>
            <a:r>
              <a:rPr lang="en-US" dirty="0" err="1" smtClean="0"/>
              <a:t>Melnyk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59259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event?</a:t>
            </a:r>
          </a:p>
          <a:p>
            <a:r>
              <a:rPr lang="en-US" dirty="0" smtClean="0"/>
              <a:t>Types of events</a:t>
            </a:r>
          </a:p>
          <a:p>
            <a:r>
              <a:rPr lang="en-US" dirty="0" smtClean="0"/>
              <a:t>Events handling</a:t>
            </a:r>
          </a:p>
          <a:p>
            <a:pPr lvl="1"/>
            <a:r>
              <a:rPr lang="en-US" dirty="0" smtClean="0"/>
              <a:t>standard handlers;</a:t>
            </a:r>
          </a:p>
          <a:p>
            <a:pPr lvl="1"/>
            <a:r>
              <a:rPr lang="en-US" dirty="0" smtClean="0"/>
              <a:t>custom handlers;</a:t>
            </a:r>
          </a:p>
          <a:p>
            <a:pPr lvl="1"/>
            <a:r>
              <a:rPr lang="en-US" dirty="0" smtClean="0"/>
              <a:t>cross-browser event handling</a:t>
            </a:r>
          </a:p>
        </p:txBody>
      </p:sp>
    </p:spTree>
    <p:extLst>
      <p:ext uri="{BB962C8B-B14F-4D97-AF65-F5344CB8AC3E}">
        <p14:creationId xmlns:p14="http://schemas.microsoft.com/office/powerpoint/2010/main" xmlns="" val="3380424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events?</a:t>
            </a:r>
            <a:endParaRPr lang="uk-UA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types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DOM events</a:t>
            </a:r>
          </a:p>
          <a:p>
            <a:pPr lvl="1"/>
            <a:r>
              <a:rPr lang="en-US" dirty="0" err="1" smtClean="0"/>
              <a:t>onclick</a:t>
            </a:r>
            <a:r>
              <a:rPr lang="en-US" dirty="0" smtClean="0"/>
              <a:t>, </a:t>
            </a:r>
            <a:r>
              <a:rPr lang="en-US" dirty="0" err="1" smtClean="0"/>
              <a:t>onmouseover</a:t>
            </a:r>
            <a:r>
              <a:rPr lang="en-US" dirty="0" smtClean="0"/>
              <a:t>, </a:t>
            </a:r>
            <a:r>
              <a:rPr lang="en-US" dirty="0" err="1" smtClean="0"/>
              <a:t>onsubmit</a:t>
            </a:r>
            <a:endParaRPr lang="en-US" dirty="0" smtClean="0"/>
          </a:p>
          <a:p>
            <a:r>
              <a:rPr lang="en-US" dirty="0" smtClean="0"/>
              <a:t>Window events</a:t>
            </a:r>
          </a:p>
          <a:p>
            <a:pPr lvl="1"/>
            <a:r>
              <a:rPr lang="en-US" dirty="0" err="1" smtClean="0"/>
              <a:t>onkeypressed</a:t>
            </a:r>
            <a:endParaRPr lang="en-US" dirty="0" smtClean="0"/>
          </a:p>
          <a:p>
            <a:r>
              <a:rPr lang="en-US" dirty="0" smtClean="0"/>
              <a:t>Timer events</a:t>
            </a:r>
          </a:p>
          <a:p>
            <a:r>
              <a:rPr lang="en-US" dirty="0" smtClean="0"/>
              <a:t>Another object-caused events</a:t>
            </a:r>
          </a:p>
          <a:p>
            <a:pPr lvl="1"/>
            <a:r>
              <a:rPr lang="en-US" dirty="0" smtClean="0"/>
              <a:t>load, status (of </a:t>
            </a:r>
            <a:r>
              <a:rPr lang="en-US" dirty="0" err="1" smtClean="0"/>
              <a:t>XmlHTTPRequest</a:t>
            </a:r>
            <a:r>
              <a:rPr lang="en-US" dirty="0" smtClean="0"/>
              <a:t>)</a:t>
            </a:r>
          </a:p>
          <a:p>
            <a:endParaRPr 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Events handling – default handler</a:t>
            </a:r>
            <a:endParaRPr lang="uk-UA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=“pic1.jpg”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class=</a:t>
            </a:r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“inactive”</a:t>
            </a:r>
          </a:p>
          <a:p>
            <a:pPr lvl="1"/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window.location</a:t>
            </a:r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= ‘google.com’;”</a:t>
            </a:r>
          </a:p>
          <a:p>
            <a:pPr lvl="1"/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onmouseover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this.className</a:t>
            </a:r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= ‘active’;”</a:t>
            </a:r>
          </a:p>
          <a:p>
            <a:pPr lvl="1"/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onmouseout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this.className</a:t>
            </a:r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=‘inactive’;”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/&gt;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&lt;input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type=</a:t>
            </a:r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“button”</a:t>
            </a:r>
          </a:p>
          <a:p>
            <a:pPr lvl="1"/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“if (validate()) {</a:t>
            </a:r>
            <a:r>
              <a:rPr lang="en-US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document.forms</a:t>
            </a:r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[“</a:t>
            </a:r>
            <a:r>
              <a:rPr lang="en-US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myform</a:t>
            </a:r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”].submit();}”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&gt;Check &amp; submit!&lt;/input&gt;</a:t>
            </a:r>
            <a:endParaRPr lang="uk-UA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handling – custom handler</a:t>
            </a:r>
            <a:endParaRPr lang="uk-UA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document.getElementById</a:t>
            </a:r>
            <a:r>
              <a:rPr lang="en-US" dirty="0" smtClean="0"/>
              <a:t>(‘</a:t>
            </a:r>
            <a:r>
              <a:rPr lang="en-US" dirty="0" err="1" smtClean="0"/>
              <a:t>myDiv</a:t>
            </a:r>
            <a:r>
              <a:rPr lang="en-US" dirty="0" smtClean="0"/>
              <a:t>').</a:t>
            </a:r>
            <a:r>
              <a:rPr lang="en-US" dirty="0" err="1" smtClean="0"/>
              <a:t>onclick</a:t>
            </a:r>
            <a:r>
              <a:rPr lang="en-US" dirty="0" smtClean="0"/>
              <a:t> =</a:t>
            </a:r>
          </a:p>
          <a:p>
            <a:pPr lvl="1"/>
            <a:r>
              <a:rPr lang="en-US" dirty="0" smtClean="0">
                <a:solidFill>
                  <a:srgbClr val="7030A0"/>
                </a:solidFill>
              </a:rPr>
              <a:t>function() {</a:t>
            </a:r>
          </a:p>
          <a:p>
            <a:pPr lvl="2"/>
            <a:r>
              <a:rPr lang="en-US" dirty="0" smtClean="0">
                <a:solidFill>
                  <a:srgbClr val="7030A0"/>
                </a:solidFill>
              </a:rPr>
              <a:t>alert(‘Gotcha!</a:t>
            </a:r>
            <a:r>
              <a:rPr lang="uk-UA" dirty="0" smtClean="0">
                <a:solidFill>
                  <a:srgbClr val="7030A0"/>
                </a:solidFill>
              </a:rPr>
              <a:t>')</a:t>
            </a:r>
            <a:r>
              <a:rPr lang="en-US" dirty="0" smtClean="0">
                <a:solidFill>
                  <a:srgbClr val="7030A0"/>
                </a:solidFill>
              </a:rPr>
              <a:t>;</a:t>
            </a:r>
          </a:p>
          <a:p>
            <a:pPr lvl="1"/>
            <a:r>
              <a:rPr lang="uk-UA" dirty="0" smtClean="0">
                <a:solidFill>
                  <a:srgbClr val="7030A0"/>
                </a:solidFill>
              </a:rPr>
              <a:t>}</a:t>
            </a:r>
          </a:p>
          <a:p>
            <a:pPr algn="ctr"/>
            <a:r>
              <a:rPr lang="en-US" dirty="0" smtClean="0"/>
              <a:t>— or —</a:t>
            </a:r>
          </a:p>
          <a:p>
            <a:pPr lvl="1"/>
            <a:r>
              <a:rPr lang="en-US" dirty="0" smtClean="0"/>
              <a:t>function </a:t>
            </a:r>
            <a:r>
              <a:rPr lang="en-US" dirty="0" smtClean="0">
                <a:solidFill>
                  <a:srgbClr val="7030A0"/>
                </a:solidFill>
              </a:rPr>
              <a:t>my1()</a:t>
            </a:r>
            <a:r>
              <a:rPr lang="en-US" dirty="0" smtClean="0"/>
              <a:t> {</a:t>
            </a:r>
          </a:p>
          <a:p>
            <a:pPr lvl="2"/>
            <a:r>
              <a:rPr lang="en-US" dirty="0" smtClean="0"/>
              <a:t>alert(‘Gotcha!</a:t>
            </a:r>
            <a:r>
              <a:rPr lang="uk-UA" dirty="0" smtClean="0"/>
              <a:t>')</a:t>
            </a:r>
            <a:r>
              <a:rPr lang="en-US" dirty="0" smtClean="0"/>
              <a:t>;</a:t>
            </a:r>
          </a:p>
          <a:p>
            <a:pPr lvl="1"/>
            <a:r>
              <a:rPr lang="uk-UA" dirty="0" smtClean="0"/>
              <a:t>}</a:t>
            </a:r>
            <a:endParaRPr lang="en-US" dirty="0" smtClean="0"/>
          </a:p>
          <a:p>
            <a:r>
              <a:rPr lang="en-US" dirty="0" err="1" smtClean="0"/>
              <a:t>document.getElementById</a:t>
            </a:r>
            <a:r>
              <a:rPr lang="en-US" dirty="0" smtClean="0"/>
              <a:t>(‘</a:t>
            </a:r>
            <a:r>
              <a:rPr lang="en-US" dirty="0" err="1" smtClean="0"/>
              <a:t>myDiv</a:t>
            </a:r>
            <a:r>
              <a:rPr lang="en-US" dirty="0" smtClean="0"/>
              <a:t>').</a:t>
            </a:r>
            <a:r>
              <a:rPr lang="en-US" dirty="0" err="1" smtClean="0"/>
              <a:t>onclick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7030A0"/>
                </a:solidFill>
              </a:rPr>
              <a:t>my1</a:t>
            </a:r>
            <a:r>
              <a:rPr lang="en-US" dirty="0" smtClean="0"/>
              <a:t>;</a:t>
            </a:r>
          </a:p>
          <a:p>
            <a:pPr algn="ctr"/>
            <a:r>
              <a:rPr lang="en-US" dirty="0" smtClean="0"/>
              <a:t>— or </a:t>
            </a:r>
            <a:r>
              <a:rPr lang="en-US" dirty="0" smtClean="0">
                <a:sym typeface="Wingdings" pitchFamily="2" charset="2"/>
              </a:rPr>
              <a:t></a:t>
            </a:r>
            <a:endParaRPr 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handling – custom handler</a:t>
            </a:r>
            <a:endParaRPr lang="uk-UA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28596" y="1600200"/>
            <a:ext cx="8229600" cy="45259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or —</a:t>
            </a:r>
          </a:p>
          <a:p>
            <a:pPr lvl="1"/>
            <a:r>
              <a:rPr lang="en-US" dirty="0" smtClean="0"/>
              <a:t>function </a:t>
            </a:r>
            <a:r>
              <a:rPr lang="en-US" dirty="0" smtClean="0">
                <a:solidFill>
                  <a:srgbClr val="7030A0"/>
                </a:solidFill>
              </a:rPr>
              <a:t>my1()</a:t>
            </a:r>
            <a:r>
              <a:rPr lang="en-US" dirty="0" smtClean="0"/>
              <a:t> {</a:t>
            </a:r>
          </a:p>
          <a:p>
            <a:pPr lvl="2"/>
            <a:r>
              <a:rPr lang="en-US" dirty="0" smtClean="0"/>
              <a:t>alert(‘Gotcha!</a:t>
            </a:r>
            <a:r>
              <a:rPr lang="uk-UA" dirty="0" smtClean="0"/>
              <a:t>')</a:t>
            </a:r>
            <a:r>
              <a:rPr lang="en-US" dirty="0" smtClean="0"/>
              <a:t>;</a:t>
            </a:r>
          </a:p>
          <a:p>
            <a:pPr lvl="1"/>
            <a:r>
              <a:rPr lang="uk-UA" dirty="0" smtClean="0"/>
              <a:t>}</a:t>
            </a:r>
            <a:endParaRPr lang="en-US" dirty="0" smtClean="0"/>
          </a:p>
          <a:p>
            <a:r>
              <a:rPr lang="en-US" dirty="0" smtClean="0"/>
              <a:t>d = </a:t>
            </a:r>
            <a:r>
              <a:rPr lang="en-US" dirty="0" err="1" smtClean="0"/>
              <a:t>document.getElementById</a:t>
            </a:r>
            <a:r>
              <a:rPr lang="en-US" dirty="0" smtClean="0"/>
              <a:t>(‘</a:t>
            </a:r>
            <a:r>
              <a:rPr lang="en-US" dirty="0" err="1" smtClean="0"/>
              <a:t>myDiv</a:t>
            </a:r>
            <a:r>
              <a:rPr lang="en-US" dirty="0" smtClean="0"/>
              <a:t>');</a:t>
            </a:r>
          </a:p>
          <a:p>
            <a:r>
              <a:rPr lang="en-US" dirty="0" err="1" smtClean="0"/>
              <a:t>d.attachEvent</a:t>
            </a:r>
            <a:r>
              <a:rPr lang="en-US" dirty="0" smtClean="0"/>
              <a:t>("</a:t>
            </a:r>
            <a:r>
              <a:rPr lang="en-US" dirty="0" err="1" smtClean="0"/>
              <a:t>onclick</a:t>
            </a:r>
            <a:r>
              <a:rPr lang="en-US" dirty="0" smtClean="0"/>
              <a:t>" , </a:t>
            </a:r>
            <a:r>
              <a:rPr lang="en-US" dirty="0" smtClean="0">
                <a:solidFill>
                  <a:srgbClr val="7030A0"/>
                </a:solidFill>
              </a:rPr>
              <a:t>my1</a:t>
            </a:r>
            <a:r>
              <a:rPr lang="en-US" dirty="0" smtClean="0"/>
              <a:t>);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//IE, Opera</a:t>
            </a:r>
          </a:p>
          <a:p>
            <a:r>
              <a:rPr lang="en-US" dirty="0" err="1" smtClean="0"/>
              <a:t>d.addEventListener</a:t>
            </a:r>
            <a:r>
              <a:rPr lang="en-US" dirty="0" smtClean="0"/>
              <a:t>("</a:t>
            </a:r>
            <a:r>
              <a:rPr lang="en-US" dirty="0" err="1" smtClean="0"/>
              <a:t>onclick</a:t>
            </a:r>
            <a:r>
              <a:rPr lang="en-US" dirty="0" smtClean="0"/>
              <a:t>" , </a:t>
            </a:r>
            <a:r>
              <a:rPr lang="en-US" dirty="0" smtClean="0">
                <a:solidFill>
                  <a:srgbClr val="7030A0"/>
                </a:solidFill>
              </a:rPr>
              <a:t>my1</a:t>
            </a:r>
            <a:r>
              <a:rPr lang="en-US" dirty="0" smtClean="0"/>
              <a:t>, false);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//W3C</a:t>
            </a:r>
          </a:p>
          <a:p>
            <a:endParaRPr lang="en-US" dirty="0" smtClean="0"/>
          </a:p>
          <a:p>
            <a:r>
              <a:rPr lang="en-US" dirty="0" err="1" smtClean="0"/>
              <a:t>d.detachEvent</a:t>
            </a:r>
            <a:r>
              <a:rPr lang="en-US" dirty="0" smtClean="0"/>
              <a:t>("</a:t>
            </a:r>
            <a:r>
              <a:rPr lang="en-US" dirty="0" err="1" smtClean="0"/>
              <a:t>onclick</a:t>
            </a:r>
            <a:r>
              <a:rPr lang="en-US" dirty="0" smtClean="0"/>
              <a:t>" , my1);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//IE, Opera</a:t>
            </a:r>
            <a:endParaRPr lang="en-US" dirty="0" smtClean="0"/>
          </a:p>
          <a:p>
            <a:r>
              <a:rPr lang="en-US" dirty="0" err="1" smtClean="0"/>
              <a:t>d.removeEventListener</a:t>
            </a:r>
            <a:r>
              <a:rPr lang="en-US" dirty="0" smtClean="0"/>
              <a:t>("</a:t>
            </a:r>
            <a:r>
              <a:rPr lang="en-US" dirty="0" err="1" smtClean="0"/>
              <a:t>onclick</a:t>
            </a:r>
            <a:r>
              <a:rPr lang="en-US" dirty="0" smtClean="0"/>
              <a:t>" , </a:t>
            </a:r>
            <a:r>
              <a:rPr lang="en-US" dirty="0" smtClean="0">
                <a:solidFill>
                  <a:srgbClr val="7030A0"/>
                </a:solidFill>
              </a:rPr>
              <a:t>my1</a:t>
            </a:r>
            <a:r>
              <a:rPr lang="en-US" dirty="0" smtClean="0"/>
              <a:t>, false);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//W3C</a:t>
            </a:r>
            <a:endParaRPr 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events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onClick</a:t>
            </a:r>
            <a:r>
              <a:rPr lang="en-US" dirty="0" smtClean="0"/>
              <a:t>, </a:t>
            </a:r>
            <a:r>
              <a:rPr lang="en-US" dirty="0" err="1" smtClean="0"/>
              <a:t>onDblClick</a:t>
            </a:r>
            <a:endParaRPr lang="en-US" dirty="0" smtClean="0"/>
          </a:p>
          <a:p>
            <a:r>
              <a:rPr lang="en-US" dirty="0" err="1" smtClean="0"/>
              <a:t>onMouseOut</a:t>
            </a:r>
            <a:r>
              <a:rPr lang="en-US" dirty="0" smtClean="0"/>
              <a:t>, </a:t>
            </a:r>
            <a:r>
              <a:rPr lang="en-US" dirty="0" err="1" smtClean="0"/>
              <a:t>onMouseOver</a:t>
            </a:r>
            <a:r>
              <a:rPr lang="en-US" dirty="0" smtClean="0"/>
              <a:t>, </a:t>
            </a:r>
            <a:r>
              <a:rPr lang="en-US" dirty="0" err="1" smtClean="0"/>
              <a:t>onMouseMove</a:t>
            </a:r>
            <a:endParaRPr lang="en-US" dirty="0" smtClean="0"/>
          </a:p>
          <a:p>
            <a:r>
              <a:rPr lang="en-US" dirty="0" err="1" smtClean="0"/>
              <a:t>onMouseDown</a:t>
            </a:r>
            <a:r>
              <a:rPr lang="en-US" dirty="0" smtClean="0"/>
              <a:t>, </a:t>
            </a:r>
            <a:r>
              <a:rPr lang="en-US" dirty="0" err="1" smtClean="0"/>
              <a:t>onMouseUp</a:t>
            </a:r>
            <a:endParaRPr lang="en-US" dirty="0" smtClean="0"/>
          </a:p>
          <a:p>
            <a:r>
              <a:rPr lang="en-US" dirty="0" err="1" smtClean="0"/>
              <a:t>onReset</a:t>
            </a:r>
            <a:r>
              <a:rPr lang="en-US" dirty="0" smtClean="0"/>
              <a:t>, </a:t>
            </a:r>
            <a:r>
              <a:rPr lang="en-US" dirty="0" err="1" smtClean="0"/>
              <a:t>onSubmit</a:t>
            </a:r>
            <a:endParaRPr lang="en-US" dirty="0" smtClean="0"/>
          </a:p>
          <a:p>
            <a:r>
              <a:rPr lang="en-US" dirty="0" err="1" smtClean="0"/>
              <a:t>onSelect</a:t>
            </a:r>
            <a:endParaRPr lang="en-US" dirty="0" smtClean="0"/>
          </a:p>
          <a:p>
            <a:r>
              <a:rPr lang="en-US" dirty="0" err="1" smtClean="0"/>
              <a:t>onChange</a:t>
            </a:r>
            <a:r>
              <a:rPr lang="en-US" dirty="0" smtClean="0"/>
              <a:t>, </a:t>
            </a:r>
            <a:r>
              <a:rPr lang="en-US" dirty="0" err="1" smtClean="0"/>
              <a:t>onBlur</a:t>
            </a:r>
            <a:r>
              <a:rPr lang="en-US" dirty="0" smtClean="0"/>
              <a:t>, </a:t>
            </a:r>
            <a:r>
              <a:rPr lang="en-US" dirty="0" err="1" smtClean="0"/>
              <a:t>onFocus</a:t>
            </a:r>
            <a:endParaRPr lang="en-US" dirty="0" smtClean="0"/>
          </a:p>
          <a:p>
            <a:r>
              <a:rPr lang="en-US" dirty="0" err="1" smtClean="0"/>
              <a:t>onKeyDown</a:t>
            </a:r>
            <a:r>
              <a:rPr lang="en-US" dirty="0" smtClean="0"/>
              <a:t>, </a:t>
            </a:r>
            <a:r>
              <a:rPr lang="en-US" dirty="0" err="1" smtClean="0"/>
              <a:t>onKeyPress</a:t>
            </a:r>
            <a:r>
              <a:rPr lang="en-US" dirty="0" smtClean="0"/>
              <a:t>, </a:t>
            </a:r>
            <a:r>
              <a:rPr lang="en-US" dirty="0" err="1" smtClean="0"/>
              <a:t>onKeyUp</a:t>
            </a:r>
            <a:endParaRPr lang="en-US" dirty="0" smtClean="0"/>
          </a:p>
          <a:p>
            <a:r>
              <a:rPr lang="en-US" dirty="0" err="1" smtClean="0"/>
              <a:t>onLoad</a:t>
            </a:r>
            <a:r>
              <a:rPr lang="en-US" dirty="0" smtClean="0"/>
              <a:t>, </a:t>
            </a:r>
            <a:r>
              <a:rPr lang="en-US" dirty="0" err="1" smtClean="0"/>
              <a:t>onUnload</a:t>
            </a:r>
            <a:endParaRPr 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object structure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function </a:t>
            </a:r>
            <a:r>
              <a:rPr lang="en-US" dirty="0" err="1" smtClean="0"/>
              <a:t>myHandler</a:t>
            </a:r>
            <a:r>
              <a:rPr lang="en-US" dirty="0" smtClean="0"/>
              <a:t>(event){</a:t>
            </a:r>
          </a:p>
          <a:p>
            <a:pPr lvl="1"/>
            <a:r>
              <a:rPr lang="en-US" dirty="0" smtClean="0"/>
              <a:t>event = </a:t>
            </a:r>
            <a:r>
              <a:rPr lang="en-US" dirty="0" smtClean="0">
                <a:solidFill>
                  <a:srgbClr val="7030A0"/>
                </a:solidFill>
              </a:rPr>
              <a:t>event</a:t>
            </a:r>
            <a:r>
              <a:rPr lang="en-US" dirty="0" smtClean="0"/>
              <a:t> || </a:t>
            </a:r>
            <a:r>
              <a:rPr lang="en-US" dirty="0" err="1" smtClean="0">
                <a:solidFill>
                  <a:srgbClr val="7030A0"/>
                </a:solidFill>
              </a:rPr>
              <a:t>window.event</a:t>
            </a:r>
            <a:r>
              <a:rPr lang="en-US" dirty="0" smtClean="0"/>
              <a:t>;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 second way for IE</a:t>
            </a:r>
          </a:p>
          <a:p>
            <a:pPr lvl="1"/>
            <a:r>
              <a:rPr lang="en-US" dirty="0" smtClean="0"/>
              <a:t>with (event){</a:t>
            </a:r>
          </a:p>
          <a:p>
            <a:pPr lvl="2"/>
            <a:r>
              <a:rPr lang="en-US" dirty="0" smtClean="0"/>
              <a:t>if (</a:t>
            </a:r>
            <a:r>
              <a:rPr lang="en-US" dirty="0" err="1" smtClean="0">
                <a:solidFill>
                  <a:srgbClr val="7030A0"/>
                </a:solidFill>
              </a:rPr>
              <a:t>altKey</a:t>
            </a:r>
            <a:r>
              <a:rPr lang="en-US" dirty="0" smtClean="0"/>
              <a:t> &amp;&amp; </a:t>
            </a:r>
            <a:r>
              <a:rPr lang="en-US" dirty="0" err="1" smtClean="0">
                <a:solidFill>
                  <a:srgbClr val="7030A0"/>
                </a:solidFill>
              </a:rPr>
              <a:t>ctrlKey</a:t>
            </a:r>
            <a:r>
              <a:rPr lang="en-US" dirty="0" smtClean="0"/>
              <a:t> &amp;&amp; </a:t>
            </a:r>
            <a:r>
              <a:rPr lang="en-US" dirty="0" err="1" smtClean="0">
                <a:solidFill>
                  <a:srgbClr val="7030A0"/>
                </a:solidFill>
              </a:rPr>
              <a:t>shiftKey</a:t>
            </a:r>
            <a:r>
              <a:rPr lang="en-US" dirty="0" smtClean="0"/>
              <a:t>) {alert(“Ctrl-Alt-Shift”);}</a:t>
            </a:r>
          </a:p>
          <a:p>
            <a:pPr lvl="2"/>
            <a:r>
              <a:rPr lang="en-US" dirty="0" smtClean="0"/>
              <a:t>alert(type);</a:t>
            </a:r>
          </a:p>
          <a:p>
            <a:pPr lvl="2"/>
            <a:r>
              <a:rPr lang="en-US" dirty="0" smtClean="0"/>
              <a:t>alert(</a:t>
            </a:r>
            <a:r>
              <a:rPr lang="en-US" dirty="0" smtClean="0">
                <a:solidFill>
                  <a:srgbClr val="7030A0"/>
                </a:solidFill>
              </a:rPr>
              <a:t>button</a:t>
            </a:r>
            <a:r>
              <a:rPr lang="en-US" dirty="0" smtClean="0"/>
              <a:t>);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 different values for FF and IE</a:t>
            </a:r>
          </a:p>
          <a:p>
            <a:pPr lvl="2"/>
            <a:r>
              <a:rPr lang="en-US" dirty="0" smtClean="0"/>
              <a:t>alert</a:t>
            </a:r>
            <a:r>
              <a:rPr lang="en-US" dirty="0" smtClean="0"/>
              <a:t>(‘x=’ + </a:t>
            </a:r>
            <a:r>
              <a:rPr lang="en-US" dirty="0" err="1" smtClean="0">
                <a:solidFill>
                  <a:srgbClr val="7030A0"/>
                </a:solidFill>
              </a:rPr>
              <a:t>clientX</a:t>
            </a:r>
            <a:r>
              <a:rPr lang="en-US" dirty="0" smtClean="0"/>
              <a:t> +’ y=’ + </a:t>
            </a:r>
            <a:r>
              <a:rPr lang="en-US" dirty="0" err="1" smtClean="0">
                <a:solidFill>
                  <a:srgbClr val="7030A0"/>
                </a:solidFill>
              </a:rPr>
              <a:t>clientY</a:t>
            </a:r>
            <a:r>
              <a:rPr lang="en-US" dirty="0" smtClean="0"/>
              <a:t>);</a:t>
            </a:r>
          </a:p>
          <a:p>
            <a:pPr lvl="2"/>
            <a:r>
              <a:rPr lang="en-US" dirty="0" err="1" smtClean="0">
                <a:solidFill>
                  <a:srgbClr val="7030A0"/>
                </a:solidFill>
              </a:rPr>
              <a:t>offsetX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7030A0"/>
                </a:solidFill>
              </a:rPr>
              <a:t>offsetY</a:t>
            </a:r>
            <a:r>
              <a:rPr lang="en-US" dirty="0" smtClean="0"/>
              <a:t>;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 </a:t>
            </a:r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</a:rPr>
              <a:t>layerX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</a:rPr>
              <a:t>layerY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for FF;</a:t>
            </a:r>
            <a:b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 relative to </a:t>
            </a: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positioned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element</a:t>
            </a:r>
          </a:p>
          <a:p>
            <a:pPr lvl="2"/>
            <a:r>
              <a:rPr lang="en-US" dirty="0" smtClean="0"/>
              <a:t>alert(</a:t>
            </a:r>
            <a:r>
              <a:rPr lang="en-US" dirty="0" err="1" smtClean="0">
                <a:solidFill>
                  <a:srgbClr val="7030A0"/>
                </a:solidFill>
              </a:rPr>
              <a:t>charCode</a:t>
            </a:r>
            <a:r>
              <a:rPr lang="en-US" dirty="0" smtClean="0"/>
              <a:t>); </a:t>
            </a:r>
            <a:r>
              <a:rPr lang="en-US" dirty="0" smtClean="0"/>
              <a:t>alert(</a:t>
            </a:r>
            <a:r>
              <a:rPr lang="en-US" dirty="0" err="1" smtClean="0">
                <a:solidFill>
                  <a:srgbClr val="7030A0"/>
                </a:solidFill>
              </a:rPr>
              <a:t>keyCode</a:t>
            </a:r>
            <a:r>
              <a:rPr lang="en-US" dirty="0" smtClean="0"/>
              <a:t>);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 second way for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IE</a:t>
            </a:r>
          </a:p>
          <a:p>
            <a:pPr lvl="2"/>
            <a:r>
              <a:rPr lang="en-US" dirty="0" smtClean="0"/>
              <a:t>if (</a:t>
            </a:r>
            <a:r>
              <a:rPr lang="en-US" dirty="0" err="1" smtClean="0"/>
              <a:t>weNeedToDisableDefaultEvent</a:t>
            </a:r>
            <a:r>
              <a:rPr lang="en-US" dirty="0" smtClean="0"/>
              <a:t>) {</a:t>
            </a:r>
          </a:p>
          <a:p>
            <a:pPr lvl="3"/>
            <a:r>
              <a:rPr lang="en-US" dirty="0" err="1" smtClean="0"/>
              <a:t>event.preventDefault</a:t>
            </a:r>
            <a:r>
              <a:rPr lang="en-US" dirty="0" smtClean="0"/>
              <a:t> ? </a:t>
            </a:r>
            <a:r>
              <a:rPr lang="en-US" dirty="0" err="1" smtClean="0">
                <a:solidFill>
                  <a:srgbClr val="7030A0"/>
                </a:solidFill>
              </a:rPr>
              <a:t>event.preventDefault</a:t>
            </a:r>
            <a:r>
              <a:rPr lang="en-US" dirty="0" smtClean="0">
                <a:solidFill>
                  <a:srgbClr val="7030A0"/>
                </a:solidFill>
              </a:rPr>
              <a:t>()</a:t>
            </a:r>
            <a:r>
              <a:rPr lang="en-US" dirty="0" smtClean="0"/>
              <a:t> : (</a:t>
            </a:r>
            <a:r>
              <a:rPr lang="en-US" dirty="0" err="1" smtClean="0">
                <a:solidFill>
                  <a:srgbClr val="7030A0"/>
                </a:solidFill>
              </a:rPr>
              <a:t>event.returnValue</a:t>
            </a:r>
            <a:r>
              <a:rPr lang="en-US" dirty="0" smtClean="0"/>
              <a:t>=false);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 second way for IE only</a:t>
            </a:r>
            <a:endParaRPr lang="en-US" dirty="0" smtClean="0"/>
          </a:p>
          <a:p>
            <a:pPr lvl="3"/>
            <a:r>
              <a:rPr lang="en-US" dirty="0" smtClean="0"/>
              <a:t>return false;}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 won’t prevent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sym typeface="Wingdings" pitchFamily="2" charset="2"/>
              </a:rPr>
              <a:t></a:t>
            </a:r>
            <a:endParaRPr lang="en-US" dirty="0" smtClean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object structure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r>
              <a:rPr lang="en-US" dirty="0" smtClean="0"/>
              <a:t>if </a:t>
            </a:r>
            <a:r>
              <a:rPr lang="en-US" dirty="0" smtClean="0"/>
              <a:t>(</a:t>
            </a:r>
            <a:r>
              <a:rPr lang="en-US" dirty="0" err="1" smtClean="0"/>
              <a:t>stopPropagation</a:t>
            </a:r>
            <a:r>
              <a:rPr lang="en-US" dirty="0" smtClean="0"/>
              <a:t>) {</a:t>
            </a:r>
            <a:r>
              <a:rPr lang="en-US" dirty="0" err="1" smtClean="0">
                <a:solidFill>
                  <a:srgbClr val="7030A0"/>
                </a:solidFill>
              </a:rPr>
              <a:t>stopPropagation</a:t>
            </a:r>
            <a:r>
              <a:rPr lang="en-US" dirty="0" smtClean="0">
                <a:solidFill>
                  <a:srgbClr val="7030A0"/>
                </a:solidFill>
              </a:rPr>
              <a:t>();</a:t>
            </a: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>else {</a:t>
            </a:r>
            <a:r>
              <a:rPr lang="en-US" dirty="0" err="1" smtClean="0">
                <a:solidFill>
                  <a:srgbClr val="7030A0"/>
                </a:solidFill>
              </a:rPr>
              <a:t>cancelBubble</a:t>
            </a:r>
            <a:r>
              <a:rPr lang="en-US" dirty="0" smtClean="0"/>
              <a:t>=true;}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 second way for IE only</a:t>
            </a:r>
            <a:endParaRPr lang="en-US" dirty="0" smtClean="0"/>
          </a:p>
          <a:p>
            <a:pPr lvl="2"/>
            <a:r>
              <a:rPr lang="en-US" dirty="0" smtClean="0">
                <a:solidFill>
                  <a:srgbClr val="7030A0"/>
                </a:solidFill>
              </a:rPr>
              <a:t>target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7030A0"/>
                </a:solidFill>
              </a:rPr>
              <a:t>srcElement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second way for IE</a:t>
            </a:r>
            <a:endParaRPr lang="en-US" dirty="0" smtClean="0"/>
          </a:p>
          <a:p>
            <a:pPr lvl="2"/>
            <a:r>
              <a:rPr lang="en-US" dirty="0" err="1" smtClean="0">
                <a:solidFill>
                  <a:srgbClr val="7030A0"/>
                </a:solidFill>
              </a:rPr>
              <a:t>relatedTarget</a:t>
            </a:r>
            <a:r>
              <a:rPr lang="en-US" dirty="0" smtClean="0"/>
              <a:t> for ‘</a:t>
            </a:r>
            <a:r>
              <a:rPr lang="en-US" dirty="0" err="1" smtClean="0"/>
              <a:t>mouseover</a:t>
            </a:r>
            <a:r>
              <a:rPr lang="en-US" dirty="0" smtClean="0"/>
              <a:t>/out’; </a:t>
            </a:r>
            <a:r>
              <a:rPr lang="en-US" dirty="0" err="1" smtClean="0">
                <a:solidFill>
                  <a:srgbClr val="7030A0"/>
                </a:solidFill>
              </a:rPr>
              <a:t>fromElement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7030A0"/>
                </a:solidFill>
              </a:rPr>
              <a:t>toElement</a:t>
            </a:r>
            <a:r>
              <a:rPr lang="en-US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600" dirty="0" smtClean="0">
                <a:solidFill>
                  <a:schemeClr val="accent3">
                    <a:lumMod val="75000"/>
                  </a:schemeClr>
                </a:solidFill>
              </a:rPr>
              <a:t>// second way for IE</a:t>
            </a:r>
          </a:p>
          <a:p>
            <a:pPr lvl="1"/>
            <a:r>
              <a:rPr lang="en-US" dirty="0" smtClean="0"/>
              <a:t>};</a:t>
            </a:r>
          </a:p>
          <a:p>
            <a:r>
              <a:rPr lang="en-US" dirty="0" smtClean="0"/>
              <a:t>}</a:t>
            </a:r>
          </a:p>
          <a:p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www.w3schools.com</a:t>
            </a:r>
            <a:endParaRPr lang="en-US" dirty="0" smtClean="0"/>
          </a:p>
          <a:p>
            <a:pPr fontAlgn="base"/>
            <a:r>
              <a:rPr lang="en-US" dirty="0" smtClean="0">
                <a:hlinkClick r:id="rId3"/>
              </a:rPr>
              <a:t>http://www.quirksmode.org</a:t>
            </a:r>
            <a:endParaRPr lang="en-US" dirty="0" smtClean="0"/>
          </a:p>
          <a:p>
            <a:pPr fontAlgn="base"/>
            <a:r>
              <a:rPr lang="en-US" dirty="0" smtClean="0">
                <a:hlinkClick r:id="rId4"/>
              </a:rPr>
              <a:t>http://javascript.ru</a:t>
            </a:r>
            <a:endParaRPr lang="en-US" dirty="0"/>
          </a:p>
          <a:p>
            <a:pPr fontAlgn="base"/>
            <a:r>
              <a:rPr lang="en-US" dirty="0" smtClean="0">
                <a:hlinkClick r:id="rId5"/>
              </a:rPr>
              <a:t>http://google.com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651549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xmlns="" val="2281222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11228</TotalTime>
  <Words>363</Words>
  <Application>Microsoft Office PowerPoint</Application>
  <PresentationFormat>On-screen Show (4:3)</PresentationFormat>
  <Paragraphs>89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Agenda</vt:lpstr>
      <vt:lpstr>What are events?</vt:lpstr>
      <vt:lpstr>Event types</vt:lpstr>
      <vt:lpstr>Events handling – default handler</vt:lpstr>
      <vt:lpstr>Event handling – custom handler</vt:lpstr>
      <vt:lpstr>Event handling – custom handler</vt:lpstr>
      <vt:lpstr>Some events</vt:lpstr>
      <vt:lpstr>event object structure</vt:lpstr>
      <vt:lpstr>event object structure</vt:lpstr>
      <vt:lpstr>References</vt:lpstr>
      <vt:lpstr>Slide 12</vt:lpstr>
    </vt:vector>
  </TitlesOfParts>
  <Company>ss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mbrandon</dc:creator>
  <cp:lastModifiedBy>tsR2k00</cp:lastModifiedBy>
  <cp:revision>251</cp:revision>
  <dcterms:created xsi:type="dcterms:W3CDTF">2010-08-18T17:56:28Z</dcterms:created>
  <dcterms:modified xsi:type="dcterms:W3CDTF">2012-01-04T20:13:01Z</dcterms:modified>
</cp:coreProperties>
</file>